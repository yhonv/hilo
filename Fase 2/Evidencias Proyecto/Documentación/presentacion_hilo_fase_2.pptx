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71" r:id="rId10"/>
    <p:sldId id="264" r:id="rId11"/>
    <p:sldId id="265" r:id="rId12"/>
    <p:sldId id="266" r:id="rId13"/>
    <p:sldId id="267" r:id="rId14"/>
    <p:sldId id="268" r:id="rId15"/>
    <p:sldId id="269" r:id="rId16"/>
    <p:sldId id="272" r:id="rId17"/>
    <p:sldId id="273" r:id="rId1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92A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90" d="100"/>
          <a:sy n="90" d="100"/>
        </p:scale>
        <p:origin x="1392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E55752-F5AA-48A9-8112-3E9DB0549CB2}" type="doc">
      <dgm:prSet loTypeId="urn:microsoft.com/office/officeart/2005/8/layout/chevron1" loCatId="process" qsTypeId="urn:microsoft.com/office/officeart/2005/8/quickstyle/3d2" qsCatId="3D" csTypeId="urn:microsoft.com/office/officeart/2005/8/colors/accent0_1" csCatId="mainScheme" phldr="1"/>
      <dgm:spPr/>
      <dgm:t>
        <a:bodyPr/>
        <a:lstStyle/>
        <a:p>
          <a:endParaRPr lang="es-CL"/>
        </a:p>
      </dgm:t>
    </dgm:pt>
    <dgm:pt modelId="{F957E55E-C87E-4BE9-86B0-CBE26720FB9C}">
      <dgm:prSet phldrT="[Texto]" phldr="0" custT="1"/>
      <dgm:spPr/>
      <dgm:t>
        <a:bodyPr/>
        <a:lstStyle/>
        <a:p>
          <a:r>
            <a:rPr lang="es-CL" sz="1600" dirty="0">
              <a:latin typeface="Cambria" panose="02040503050406030204" pitchFamily="18" charset="0"/>
              <a:ea typeface="Cambria" panose="02040503050406030204" pitchFamily="18" charset="0"/>
            </a:rPr>
            <a:t>Sprint 1</a:t>
          </a:r>
        </a:p>
      </dgm:t>
    </dgm:pt>
    <dgm:pt modelId="{9ED3C8DC-E152-44E1-BEA0-714D12B6E080}" type="parTrans" cxnId="{C9D990F7-A1BA-46D3-A8FB-B3B5F5CCA461}">
      <dgm:prSet/>
      <dgm:spPr/>
      <dgm:t>
        <a:bodyPr/>
        <a:lstStyle/>
        <a:p>
          <a:endParaRPr lang="es-CL"/>
        </a:p>
      </dgm:t>
    </dgm:pt>
    <dgm:pt modelId="{8C628BEC-AB41-49B2-9844-A858EA67F997}" type="sibTrans" cxnId="{C9D990F7-A1BA-46D3-A8FB-B3B5F5CCA461}">
      <dgm:prSet phldrT="1" phldr="0"/>
      <dgm:spPr/>
      <dgm:t>
        <a:bodyPr/>
        <a:lstStyle/>
        <a:p>
          <a:endParaRPr lang="en-US"/>
        </a:p>
      </dgm:t>
    </dgm:pt>
    <dgm:pt modelId="{675B28E9-1557-4727-9EC1-FE4618EF2D86}">
      <dgm:prSet phldrT="[Texto]" phldr="0" custT="1"/>
      <dgm:spPr/>
      <dgm:t>
        <a:bodyPr/>
        <a:lstStyle/>
        <a:p>
          <a:r>
            <a:rPr lang="es-CL" sz="1600" dirty="0">
              <a:latin typeface="Cambria" panose="02040503050406030204" pitchFamily="18" charset="0"/>
              <a:ea typeface="Cambria" panose="02040503050406030204" pitchFamily="18" charset="0"/>
            </a:rPr>
            <a:t>Sprint 2</a:t>
          </a:r>
        </a:p>
      </dgm:t>
    </dgm:pt>
    <dgm:pt modelId="{3CDC3E6D-D26F-4525-9A37-F557441F5856}" type="parTrans" cxnId="{BCD49854-E1BC-49CD-A4AC-4C4C16F16773}">
      <dgm:prSet/>
      <dgm:spPr/>
      <dgm:t>
        <a:bodyPr/>
        <a:lstStyle/>
        <a:p>
          <a:endParaRPr lang="es-CL"/>
        </a:p>
      </dgm:t>
    </dgm:pt>
    <dgm:pt modelId="{83C4394F-0CB4-4D98-851C-C2E4592AD78A}" type="sibTrans" cxnId="{BCD49854-E1BC-49CD-A4AC-4C4C16F16773}">
      <dgm:prSet phldrT="2" phldr="0"/>
      <dgm:spPr/>
      <dgm:t>
        <a:bodyPr/>
        <a:lstStyle/>
        <a:p>
          <a:endParaRPr lang="en-US"/>
        </a:p>
      </dgm:t>
    </dgm:pt>
    <dgm:pt modelId="{A00683DD-B54E-4130-ADC9-07CFC31CFF26}">
      <dgm:prSet phldrT="[Texto]" phldr="0" custT="1"/>
      <dgm:spPr/>
      <dgm:t>
        <a:bodyPr/>
        <a:lstStyle/>
        <a:p>
          <a:r>
            <a:rPr lang="es-CL" sz="1600" dirty="0">
              <a:latin typeface="Cambria" panose="02040503050406030204" pitchFamily="18" charset="0"/>
              <a:ea typeface="Cambria" panose="02040503050406030204" pitchFamily="18" charset="0"/>
            </a:rPr>
            <a:t>Sprint 3</a:t>
          </a:r>
        </a:p>
      </dgm:t>
    </dgm:pt>
    <dgm:pt modelId="{440C5ADB-97E4-4395-A121-ADB7EAF01883}" type="parTrans" cxnId="{1144C409-2A91-4DFB-BAD0-BE1647560676}">
      <dgm:prSet/>
      <dgm:spPr/>
      <dgm:t>
        <a:bodyPr/>
        <a:lstStyle/>
        <a:p>
          <a:endParaRPr lang="es-CL"/>
        </a:p>
      </dgm:t>
    </dgm:pt>
    <dgm:pt modelId="{CE18B3FA-A018-4B91-B105-AABEE28260D5}" type="sibTrans" cxnId="{1144C409-2A91-4DFB-BAD0-BE1647560676}">
      <dgm:prSet phldrT="3" phldr="0"/>
      <dgm:spPr/>
      <dgm:t>
        <a:bodyPr/>
        <a:lstStyle/>
        <a:p>
          <a:endParaRPr lang="en-US"/>
        </a:p>
      </dgm:t>
    </dgm:pt>
    <dgm:pt modelId="{14E1CC9B-18C2-43A1-B57F-12B3074CA063}">
      <dgm:prSet phldrT="[Texto]" custT="1"/>
      <dgm:spPr/>
      <dgm:t>
        <a:bodyPr/>
        <a:lstStyle/>
        <a:p>
          <a:r>
            <a:rPr lang="es-CL" sz="1600" dirty="0">
              <a:latin typeface="Cambria" panose="02040503050406030204" pitchFamily="18" charset="0"/>
              <a:ea typeface="Cambria" panose="02040503050406030204" pitchFamily="18" charset="0"/>
            </a:rPr>
            <a:t>Sprint 4</a:t>
          </a:r>
        </a:p>
      </dgm:t>
    </dgm:pt>
    <dgm:pt modelId="{5A549F22-4A92-4C12-9413-31AF35EA8162}" type="parTrans" cxnId="{2EFF941F-6D4A-47A0-8F5E-7A3850220128}">
      <dgm:prSet/>
      <dgm:spPr/>
      <dgm:t>
        <a:bodyPr/>
        <a:lstStyle/>
        <a:p>
          <a:endParaRPr lang="es-CL"/>
        </a:p>
      </dgm:t>
    </dgm:pt>
    <dgm:pt modelId="{CA17ED80-8116-4B48-B6B2-5BAB9296161E}" type="sibTrans" cxnId="{2EFF941F-6D4A-47A0-8F5E-7A3850220128}">
      <dgm:prSet phldrT="4" phldr="0"/>
      <dgm:spPr/>
      <dgm:t>
        <a:bodyPr/>
        <a:lstStyle/>
        <a:p>
          <a:endParaRPr lang="en-US"/>
        </a:p>
      </dgm:t>
    </dgm:pt>
    <dgm:pt modelId="{F591A255-D79C-4D60-952D-130594BF7FAB}">
      <dgm:prSet phldrT="[Texto]" custT="1"/>
      <dgm:spPr/>
      <dgm:t>
        <a:bodyPr/>
        <a:lstStyle/>
        <a:p>
          <a:r>
            <a:rPr lang="es-CL" sz="1600" dirty="0">
              <a:latin typeface="Cambria" panose="02040503050406030204" pitchFamily="18" charset="0"/>
              <a:ea typeface="Cambria" panose="02040503050406030204" pitchFamily="18" charset="0"/>
            </a:rPr>
            <a:t>Sprint 5</a:t>
          </a:r>
        </a:p>
      </dgm:t>
    </dgm:pt>
    <dgm:pt modelId="{3F78F3B1-0D37-43D9-B2E7-640E1058A6B7}" type="parTrans" cxnId="{792CE6B2-ED80-4FA4-AA04-A7C0A5A56AAB}">
      <dgm:prSet/>
      <dgm:spPr/>
      <dgm:t>
        <a:bodyPr/>
        <a:lstStyle/>
        <a:p>
          <a:endParaRPr lang="es-CL"/>
        </a:p>
      </dgm:t>
    </dgm:pt>
    <dgm:pt modelId="{8D45B8DD-6701-4952-9F49-6E6D2FE6593A}" type="sibTrans" cxnId="{792CE6B2-ED80-4FA4-AA04-A7C0A5A56AAB}">
      <dgm:prSet phldrT="5" phldr="0"/>
      <dgm:spPr/>
      <dgm:t>
        <a:bodyPr/>
        <a:lstStyle/>
        <a:p>
          <a:endParaRPr lang="en-US"/>
        </a:p>
      </dgm:t>
    </dgm:pt>
    <dgm:pt modelId="{FF6F776E-A9B9-48B1-BC16-A32F48F06E2E}">
      <dgm:prSet phldrT="[Texto]" custT="1"/>
      <dgm:spPr/>
      <dgm:t>
        <a:bodyPr/>
        <a:lstStyle/>
        <a:p>
          <a:r>
            <a:rPr lang="es-CL" sz="1600" dirty="0">
              <a:latin typeface="Cambria" panose="02040503050406030204" pitchFamily="18" charset="0"/>
              <a:ea typeface="Cambria" panose="02040503050406030204" pitchFamily="18" charset="0"/>
            </a:rPr>
            <a:t>Sprint 6</a:t>
          </a:r>
        </a:p>
      </dgm:t>
    </dgm:pt>
    <dgm:pt modelId="{34BAFF40-AD85-4499-A5B1-A10B10848B33}" type="parTrans" cxnId="{BF039FC8-D417-4FC5-9054-51269B7FA7FD}">
      <dgm:prSet/>
      <dgm:spPr/>
      <dgm:t>
        <a:bodyPr/>
        <a:lstStyle/>
        <a:p>
          <a:endParaRPr lang="es-CL"/>
        </a:p>
      </dgm:t>
    </dgm:pt>
    <dgm:pt modelId="{84638395-CF9B-419D-88C8-8F1A7704030B}" type="sibTrans" cxnId="{BF039FC8-D417-4FC5-9054-51269B7FA7FD}">
      <dgm:prSet phldrT="6" phldr="0"/>
      <dgm:spPr/>
      <dgm:t>
        <a:bodyPr/>
        <a:lstStyle/>
        <a:p>
          <a:endParaRPr lang="en-US"/>
        </a:p>
      </dgm:t>
    </dgm:pt>
    <dgm:pt modelId="{2A334D7B-3C1E-4FF1-8BF2-6A471472D0A3}">
      <dgm:prSet phldrT="[Texto]" custT="1"/>
      <dgm:spPr/>
      <dgm:t>
        <a:bodyPr/>
        <a:lstStyle/>
        <a:p>
          <a:r>
            <a:rPr lang="es-CL" sz="1600" dirty="0">
              <a:latin typeface="Cambria" panose="02040503050406030204" pitchFamily="18" charset="0"/>
              <a:ea typeface="Cambria" panose="02040503050406030204" pitchFamily="18" charset="0"/>
            </a:rPr>
            <a:t>Cierre</a:t>
          </a:r>
        </a:p>
      </dgm:t>
    </dgm:pt>
    <dgm:pt modelId="{45AF530A-ACE3-4A25-AA90-E9EF91ADC293}" type="parTrans" cxnId="{FA6FF919-C480-4D53-BF62-83E7F1C4B8C9}">
      <dgm:prSet/>
      <dgm:spPr/>
      <dgm:t>
        <a:bodyPr/>
        <a:lstStyle/>
        <a:p>
          <a:endParaRPr lang="es-CL"/>
        </a:p>
      </dgm:t>
    </dgm:pt>
    <dgm:pt modelId="{5C2E92E1-2F21-469A-8B2E-2FD00AF72B8A}" type="sibTrans" cxnId="{FA6FF919-C480-4D53-BF62-83E7F1C4B8C9}">
      <dgm:prSet phldrT="7" phldr="0"/>
      <dgm:spPr/>
      <dgm:t>
        <a:bodyPr/>
        <a:lstStyle/>
        <a:p>
          <a:endParaRPr lang="es-CL" dirty="0"/>
        </a:p>
      </dgm:t>
    </dgm:pt>
    <dgm:pt modelId="{EE375CF2-1F06-40D0-A9C0-43290FB8C259}">
      <dgm:prSet/>
      <dgm:spPr/>
      <dgm:t>
        <a:bodyPr anchor="ctr"/>
        <a:lstStyle/>
        <a:p>
          <a:pPr algn="ctr">
            <a:buNone/>
          </a:pPr>
          <a:r>
            <a:rPr lang="es-CL" b="1" i="0" u="none" dirty="0"/>
            <a:t>Búsqueda y biblioteca</a:t>
          </a:r>
          <a:endParaRPr lang="es-CL" b="1" dirty="0"/>
        </a:p>
      </dgm:t>
    </dgm:pt>
    <dgm:pt modelId="{87B6BEC5-152A-43E8-A194-FB91822AA844}" type="parTrans" cxnId="{CABD72B9-85DD-42EA-B647-AA226619A458}">
      <dgm:prSet/>
      <dgm:spPr/>
      <dgm:t>
        <a:bodyPr/>
        <a:lstStyle/>
        <a:p>
          <a:endParaRPr lang="es-CL"/>
        </a:p>
      </dgm:t>
    </dgm:pt>
    <dgm:pt modelId="{73E78430-F336-47A1-AE22-B0296AABDD1B}" type="sibTrans" cxnId="{CABD72B9-85DD-42EA-B647-AA226619A458}">
      <dgm:prSet/>
      <dgm:spPr/>
      <dgm:t>
        <a:bodyPr/>
        <a:lstStyle/>
        <a:p>
          <a:endParaRPr lang="es-CL"/>
        </a:p>
      </dgm:t>
    </dgm:pt>
    <dgm:pt modelId="{A750D6C3-FC80-4F57-A7C4-2B8CC9C8B556}">
      <dgm:prSet/>
      <dgm:spPr/>
      <dgm:t>
        <a:bodyPr anchor="ctr"/>
        <a:lstStyle/>
        <a:p>
          <a:pPr algn="ctr">
            <a:buNone/>
          </a:pPr>
          <a:r>
            <a:rPr lang="es-CL" b="1" i="0" u="none" dirty="0"/>
            <a:t>Autenticación y perfil</a:t>
          </a:r>
          <a:endParaRPr lang="es-CL" b="1" dirty="0"/>
        </a:p>
      </dgm:t>
    </dgm:pt>
    <dgm:pt modelId="{948B79D4-8E3C-4B59-B968-5247A24B60E0}" type="parTrans" cxnId="{4543AAAA-0761-48D9-893E-1D438BF3358B}">
      <dgm:prSet/>
      <dgm:spPr/>
      <dgm:t>
        <a:bodyPr/>
        <a:lstStyle/>
        <a:p>
          <a:endParaRPr lang="es-CL"/>
        </a:p>
      </dgm:t>
    </dgm:pt>
    <dgm:pt modelId="{15534E50-EA97-41A0-B7AC-C239E1E59EA9}" type="sibTrans" cxnId="{4543AAAA-0761-48D9-893E-1D438BF3358B}">
      <dgm:prSet/>
      <dgm:spPr/>
      <dgm:t>
        <a:bodyPr/>
        <a:lstStyle/>
        <a:p>
          <a:endParaRPr lang="es-CL"/>
        </a:p>
      </dgm:t>
    </dgm:pt>
    <dgm:pt modelId="{A635BA45-2578-448B-AF04-2B8554312A83}">
      <dgm:prSet phldrT="[Texto]" phldr="0"/>
      <dgm:spPr/>
      <dgm:t>
        <a:bodyPr anchor="ctr"/>
        <a:lstStyle/>
        <a:p>
          <a:pPr algn="ctr">
            <a:buNone/>
          </a:pPr>
          <a:r>
            <a:rPr lang="es-CL" b="1" i="0" u="none" dirty="0"/>
            <a:t>Seguimiento de lectura y calendario</a:t>
          </a:r>
          <a:endParaRPr lang="es-CL" b="1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685B5658-1178-4C90-8E21-9D11578AB40E}" type="parTrans" cxnId="{7B4D603A-221E-4331-8B1C-7CEDF8A44555}">
      <dgm:prSet/>
      <dgm:spPr/>
      <dgm:t>
        <a:bodyPr/>
        <a:lstStyle/>
        <a:p>
          <a:endParaRPr lang="es-CL"/>
        </a:p>
      </dgm:t>
    </dgm:pt>
    <dgm:pt modelId="{D76975BF-6911-4781-ACDE-BD4A30143140}" type="sibTrans" cxnId="{7B4D603A-221E-4331-8B1C-7CEDF8A44555}">
      <dgm:prSet/>
      <dgm:spPr/>
      <dgm:t>
        <a:bodyPr/>
        <a:lstStyle/>
        <a:p>
          <a:endParaRPr lang="es-CL"/>
        </a:p>
      </dgm:t>
    </dgm:pt>
    <dgm:pt modelId="{968D3CAD-7BE4-4C9B-9817-952D4D7F75C6}">
      <dgm:prSet phldrT="[Texto]"/>
      <dgm:spPr/>
      <dgm:t>
        <a:bodyPr anchor="ctr"/>
        <a:lstStyle/>
        <a:p>
          <a:pPr algn="ctr">
            <a:buNone/>
          </a:pPr>
          <a:r>
            <a:rPr lang="es-CL" b="1" i="0" u="none" dirty="0"/>
            <a:t>Gestión de citas y OCR</a:t>
          </a:r>
          <a:endParaRPr lang="es-CL" b="1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524D7C41-694A-4FF2-971D-AFAE3C012C3D}" type="parTrans" cxnId="{53E48734-6C44-470E-867A-A1B27109E90F}">
      <dgm:prSet/>
      <dgm:spPr/>
      <dgm:t>
        <a:bodyPr/>
        <a:lstStyle/>
        <a:p>
          <a:endParaRPr lang="es-CL"/>
        </a:p>
      </dgm:t>
    </dgm:pt>
    <dgm:pt modelId="{0B4E9253-A663-4AFF-B699-E5FBD895B0C4}" type="sibTrans" cxnId="{53E48734-6C44-470E-867A-A1B27109E90F}">
      <dgm:prSet/>
      <dgm:spPr/>
      <dgm:t>
        <a:bodyPr/>
        <a:lstStyle/>
        <a:p>
          <a:endParaRPr lang="es-CL"/>
        </a:p>
      </dgm:t>
    </dgm:pt>
    <dgm:pt modelId="{AE2A09CA-6E5B-4745-8131-A58608288CF5}">
      <dgm:prSet phldrT="[Texto]"/>
      <dgm:spPr/>
      <dgm:t>
        <a:bodyPr anchor="ctr"/>
        <a:lstStyle/>
        <a:p>
          <a:pPr algn="ctr">
            <a:buNone/>
          </a:pPr>
          <a:r>
            <a:rPr lang="es-CL" b="1" i="0" u="none" dirty="0"/>
            <a:t>Compartir y notificaciones</a:t>
          </a:r>
          <a:endParaRPr lang="es-CL" b="1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2055501A-AD1E-4054-861E-603A00946F97}" type="parTrans" cxnId="{B191ECF2-3D07-448D-BBD0-BF1EC9CF3EFA}">
      <dgm:prSet/>
      <dgm:spPr/>
      <dgm:t>
        <a:bodyPr/>
        <a:lstStyle/>
        <a:p>
          <a:endParaRPr lang="es-CL"/>
        </a:p>
      </dgm:t>
    </dgm:pt>
    <dgm:pt modelId="{FD84BDEB-AA69-4DCE-B541-6E3485179709}" type="sibTrans" cxnId="{B191ECF2-3D07-448D-BBD0-BF1EC9CF3EFA}">
      <dgm:prSet/>
      <dgm:spPr/>
      <dgm:t>
        <a:bodyPr/>
        <a:lstStyle/>
        <a:p>
          <a:endParaRPr lang="es-CL"/>
        </a:p>
      </dgm:t>
    </dgm:pt>
    <dgm:pt modelId="{6A31F819-5F6A-428A-BE67-8D923FDED00C}">
      <dgm:prSet phldrT="[Texto]"/>
      <dgm:spPr/>
      <dgm:t>
        <a:bodyPr anchor="ctr"/>
        <a:lstStyle/>
        <a:p>
          <a:pPr algn="ctr">
            <a:buNone/>
          </a:pPr>
          <a:r>
            <a:rPr lang="es-CL" b="1" i="0" u="none" dirty="0"/>
            <a:t>Inicio y descubrimiento</a:t>
          </a:r>
          <a:endParaRPr lang="es-CL" b="1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18F91773-9A87-4FF9-A347-52674483468A}" type="parTrans" cxnId="{730DEBCF-7C69-44AB-8862-D56BEEB3B987}">
      <dgm:prSet/>
      <dgm:spPr/>
      <dgm:t>
        <a:bodyPr/>
        <a:lstStyle/>
        <a:p>
          <a:endParaRPr lang="es-CL"/>
        </a:p>
      </dgm:t>
    </dgm:pt>
    <dgm:pt modelId="{50B2C61A-DD78-4F68-9B95-51F01C006662}" type="sibTrans" cxnId="{730DEBCF-7C69-44AB-8862-D56BEEB3B987}">
      <dgm:prSet/>
      <dgm:spPr/>
      <dgm:t>
        <a:bodyPr/>
        <a:lstStyle/>
        <a:p>
          <a:endParaRPr lang="es-CL"/>
        </a:p>
      </dgm:t>
    </dgm:pt>
    <dgm:pt modelId="{E0102529-E0A5-459B-B120-576C93D9B708}">
      <dgm:prSet phldrT="[Texto]"/>
      <dgm:spPr/>
      <dgm:t>
        <a:bodyPr anchor="ctr"/>
        <a:lstStyle/>
        <a:p>
          <a:pPr algn="ctr">
            <a:buNone/>
          </a:pPr>
          <a:r>
            <a:rPr lang="es-CL" b="1" i="0" u="none" dirty="0"/>
            <a:t>Ajustes finales</a:t>
          </a:r>
          <a:endParaRPr lang="es-CL" b="1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4DC1D306-8C6A-400A-8EC1-6908ED2160AE}" type="parTrans" cxnId="{867EB75C-7DF3-4FED-A802-6FE42B22417D}">
      <dgm:prSet/>
      <dgm:spPr/>
      <dgm:t>
        <a:bodyPr/>
        <a:lstStyle/>
        <a:p>
          <a:endParaRPr lang="es-CL"/>
        </a:p>
      </dgm:t>
    </dgm:pt>
    <dgm:pt modelId="{BE6B5391-833F-455E-BE6B-8157A972E617}" type="sibTrans" cxnId="{867EB75C-7DF3-4FED-A802-6FE42B22417D}">
      <dgm:prSet/>
      <dgm:spPr/>
      <dgm:t>
        <a:bodyPr/>
        <a:lstStyle/>
        <a:p>
          <a:endParaRPr lang="es-CL"/>
        </a:p>
      </dgm:t>
    </dgm:pt>
    <dgm:pt modelId="{C1677673-DE62-4819-A7F1-E28EE5ED19C4}" type="pres">
      <dgm:prSet presAssocID="{72E55752-F5AA-48A9-8112-3E9DB0549CB2}" presName="Name0" presStyleCnt="0">
        <dgm:presLayoutVars>
          <dgm:dir/>
          <dgm:animLvl val="lvl"/>
          <dgm:resizeHandles val="exact"/>
        </dgm:presLayoutVars>
      </dgm:prSet>
      <dgm:spPr/>
    </dgm:pt>
    <dgm:pt modelId="{E3C214F1-D18F-4F30-8725-8063286EFB15}" type="pres">
      <dgm:prSet presAssocID="{F957E55E-C87E-4BE9-86B0-CBE26720FB9C}" presName="composite" presStyleCnt="0"/>
      <dgm:spPr/>
    </dgm:pt>
    <dgm:pt modelId="{EFFF174A-3E5E-4197-950C-346C3FB97F86}" type="pres">
      <dgm:prSet presAssocID="{F957E55E-C87E-4BE9-86B0-CBE26720FB9C}" presName="parTx" presStyleLbl="node1" presStyleIdx="0" presStyleCnt="7">
        <dgm:presLayoutVars>
          <dgm:chMax val="0"/>
          <dgm:chPref val="0"/>
          <dgm:bulletEnabled val="1"/>
        </dgm:presLayoutVars>
      </dgm:prSet>
      <dgm:spPr/>
    </dgm:pt>
    <dgm:pt modelId="{6D99F54B-457E-42CC-A0B8-857946D7EAE7}" type="pres">
      <dgm:prSet presAssocID="{F957E55E-C87E-4BE9-86B0-CBE26720FB9C}" presName="desTx" presStyleLbl="revTx" presStyleIdx="0" presStyleCnt="7">
        <dgm:presLayoutVars>
          <dgm:bulletEnabled val="1"/>
        </dgm:presLayoutVars>
      </dgm:prSet>
      <dgm:spPr/>
    </dgm:pt>
    <dgm:pt modelId="{911EB761-99F3-4305-9F6F-BF6DDF432381}" type="pres">
      <dgm:prSet presAssocID="{8C628BEC-AB41-49B2-9844-A858EA67F997}" presName="space" presStyleCnt="0"/>
      <dgm:spPr/>
    </dgm:pt>
    <dgm:pt modelId="{1342D2E8-7793-4D41-9D39-4A04ACB60E74}" type="pres">
      <dgm:prSet presAssocID="{675B28E9-1557-4727-9EC1-FE4618EF2D86}" presName="composite" presStyleCnt="0"/>
      <dgm:spPr/>
    </dgm:pt>
    <dgm:pt modelId="{E2A3685E-0C52-42C4-A885-52D7CAC051F0}" type="pres">
      <dgm:prSet presAssocID="{675B28E9-1557-4727-9EC1-FE4618EF2D86}" presName="parTx" presStyleLbl="node1" presStyleIdx="1" presStyleCnt="7">
        <dgm:presLayoutVars>
          <dgm:chMax val="0"/>
          <dgm:chPref val="0"/>
          <dgm:bulletEnabled val="1"/>
        </dgm:presLayoutVars>
      </dgm:prSet>
      <dgm:spPr/>
    </dgm:pt>
    <dgm:pt modelId="{BB859D59-8DAB-461C-912E-8565659967EB}" type="pres">
      <dgm:prSet presAssocID="{675B28E9-1557-4727-9EC1-FE4618EF2D86}" presName="desTx" presStyleLbl="revTx" presStyleIdx="1" presStyleCnt="7">
        <dgm:presLayoutVars>
          <dgm:bulletEnabled val="1"/>
        </dgm:presLayoutVars>
      </dgm:prSet>
      <dgm:spPr/>
    </dgm:pt>
    <dgm:pt modelId="{D417D142-E322-482D-8FA7-32EA3554D42F}" type="pres">
      <dgm:prSet presAssocID="{83C4394F-0CB4-4D98-851C-C2E4592AD78A}" presName="space" presStyleCnt="0"/>
      <dgm:spPr/>
    </dgm:pt>
    <dgm:pt modelId="{0485F65A-7B15-4AB1-93B6-4EC2126B8019}" type="pres">
      <dgm:prSet presAssocID="{A00683DD-B54E-4130-ADC9-07CFC31CFF26}" presName="composite" presStyleCnt="0"/>
      <dgm:spPr/>
    </dgm:pt>
    <dgm:pt modelId="{F533E3A2-8714-474B-BDC8-879BB4CC7851}" type="pres">
      <dgm:prSet presAssocID="{A00683DD-B54E-4130-ADC9-07CFC31CFF26}" presName="parTx" presStyleLbl="node1" presStyleIdx="2" presStyleCnt="7">
        <dgm:presLayoutVars>
          <dgm:chMax val="0"/>
          <dgm:chPref val="0"/>
          <dgm:bulletEnabled val="1"/>
        </dgm:presLayoutVars>
      </dgm:prSet>
      <dgm:spPr/>
    </dgm:pt>
    <dgm:pt modelId="{73D5147E-3B4A-423A-B6D2-A56BF530A39C}" type="pres">
      <dgm:prSet presAssocID="{A00683DD-B54E-4130-ADC9-07CFC31CFF26}" presName="desTx" presStyleLbl="revTx" presStyleIdx="2" presStyleCnt="7">
        <dgm:presLayoutVars>
          <dgm:bulletEnabled val="1"/>
        </dgm:presLayoutVars>
      </dgm:prSet>
      <dgm:spPr/>
    </dgm:pt>
    <dgm:pt modelId="{795F871A-300D-466D-9DC6-16ED9B113E80}" type="pres">
      <dgm:prSet presAssocID="{CE18B3FA-A018-4B91-B105-AABEE28260D5}" presName="space" presStyleCnt="0"/>
      <dgm:spPr/>
    </dgm:pt>
    <dgm:pt modelId="{918CD62D-302A-405D-9B3F-C8D84A6012C7}" type="pres">
      <dgm:prSet presAssocID="{14E1CC9B-18C2-43A1-B57F-12B3074CA063}" presName="composite" presStyleCnt="0"/>
      <dgm:spPr/>
    </dgm:pt>
    <dgm:pt modelId="{090BAF1E-8821-460E-A117-74F4D2C0296F}" type="pres">
      <dgm:prSet presAssocID="{14E1CC9B-18C2-43A1-B57F-12B3074CA063}" presName="parTx" presStyleLbl="node1" presStyleIdx="3" presStyleCnt="7">
        <dgm:presLayoutVars>
          <dgm:chMax val="0"/>
          <dgm:chPref val="0"/>
          <dgm:bulletEnabled val="1"/>
        </dgm:presLayoutVars>
      </dgm:prSet>
      <dgm:spPr/>
    </dgm:pt>
    <dgm:pt modelId="{B2D0BB5F-BFCA-4D68-AFAC-76C9642C1478}" type="pres">
      <dgm:prSet presAssocID="{14E1CC9B-18C2-43A1-B57F-12B3074CA063}" presName="desTx" presStyleLbl="revTx" presStyleIdx="3" presStyleCnt="7">
        <dgm:presLayoutVars>
          <dgm:bulletEnabled val="1"/>
        </dgm:presLayoutVars>
      </dgm:prSet>
      <dgm:spPr/>
    </dgm:pt>
    <dgm:pt modelId="{DD5FBC3A-2449-4EC8-89A4-67FAFD7CBCD2}" type="pres">
      <dgm:prSet presAssocID="{CA17ED80-8116-4B48-B6B2-5BAB9296161E}" presName="space" presStyleCnt="0"/>
      <dgm:spPr/>
    </dgm:pt>
    <dgm:pt modelId="{6A994C56-8E5F-4DD7-BE58-4ADE9EAD77F6}" type="pres">
      <dgm:prSet presAssocID="{F591A255-D79C-4D60-952D-130594BF7FAB}" presName="composite" presStyleCnt="0"/>
      <dgm:spPr/>
    </dgm:pt>
    <dgm:pt modelId="{FD565D68-9286-48AB-BEA5-078A64901A34}" type="pres">
      <dgm:prSet presAssocID="{F591A255-D79C-4D60-952D-130594BF7FAB}" presName="parTx" presStyleLbl="node1" presStyleIdx="4" presStyleCnt="7">
        <dgm:presLayoutVars>
          <dgm:chMax val="0"/>
          <dgm:chPref val="0"/>
          <dgm:bulletEnabled val="1"/>
        </dgm:presLayoutVars>
      </dgm:prSet>
      <dgm:spPr/>
    </dgm:pt>
    <dgm:pt modelId="{3E2380A6-0FA3-4D70-9EE4-EDFABAD7121B}" type="pres">
      <dgm:prSet presAssocID="{F591A255-D79C-4D60-952D-130594BF7FAB}" presName="desTx" presStyleLbl="revTx" presStyleIdx="4" presStyleCnt="7">
        <dgm:presLayoutVars>
          <dgm:bulletEnabled val="1"/>
        </dgm:presLayoutVars>
      </dgm:prSet>
      <dgm:spPr/>
    </dgm:pt>
    <dgm:pt modelId="{C65FA9E0-7F8F-48B0-BF26-719BCBDEE78B}" type="pres">
      <dgm:prSet presAssocID="{8D45B8DD-6701-4952-9F49-6E6D2FE6593A}" presName="space" presStyleCnt="0"/>
      <dgm:spPr/>
    </dgm:pt>
    <dgm:pt modelId="{49640CCD-8389-4216-A1FD-7BF55761813B}" type="pres">
      <dgm:prSet presAssocID="{FF6F776E-A9B9-48B1-BC16-A32F48F06E2E}" presName="composite" presStyleCnt="0"/>
      <dgm:spPr/>
    </dgm:pt>
    <dgm:pt modelId="{BF07384F-1314-4A6F-8843-16045C0B0147}" type="pres">
      <dgm:prSet presAssocID="{FF6F776E-A9B9-48B1-BC16-A32F48F06E2E}" presName="parTx" presStyleLbl="node1" presStyleIdx="5" presStyleCnt="7">
        <dgm:presLayoutVars>
          <dgm:chMax val="0"/>
          <dgm:chPref val="0"/>
          <dgm:bulletEnabled val="1"/>
        </dgm:presLayoutVars>
      </dgm:prSet>
      <dgm:spPr/>
    </dgm:pt>
    <dgm:pt modelId="{1E76F0AC-7679-49C6-9ED6-F32B627E46F9}" type="pres">
      <dgm:prSet presAssocID="{FF6F776E-A9B9-48B1-BC16-A32F48F06E2E}" presName="desTx" presStyleLbl="revTx" presStyleIdx="5" presStyleCnt="7">
        <dgm:presLayoutVars>
          <dgm:bulletEnabled val="1"/>
        </dgm:presLayoutVars>
      </dgm:prSet>
      <dgm:spPr/>
    </dgm:pt>
    <dgm:pt modelId="{481107DD-81E1-4DBA-9C23-F08784B131A0}" type="pres">
      <dgm:prSet presAssocID="{84638395-CF9B-419D-88C8-8F1A7704030B}" presName="space" presStyleCnt="0"/>
      <dgm:spPr/>
    </dgm:pt>
    <dgm:pt modelId="{29FBEA93-EF08-4293-AAEB-C87F78608B76}" type="pres">
      <dgm:prSet presAssocID="{2A334D7B-3C1E-4FF1-8BF2-6A471472D0A3}" presName="composite" presStyleCnt="0"/>
      <dgm:spPr/>
    </dgm:pt>
    <dgm:pt modelId="{A1815D7C-F314-46EB-99D0-4B03F806ADAB}" type="pres">
      <dgm:prSet presAssocID="{2A334D7B-3C1E-4FF1-8BF2-6A471472D0A3}" presName="parTx" presStyleLbl="node1" presStyleIdx="6" presStyleCnt="7">
        <dgm:presLayoutVars>
          <dgm:chMax val="0"/>
          <dgm:chPref val="0"/>
          <dgm:bulletEnabled val="1"/>
        </dgm:presLayoutVars>
      </dgm:prSet>
      <dgm:spPr/>
    </dgm:pt>
    <dgm:pt modelId="{3D2721D6-7420-46DF-BE5F-EE213ECAF9FB}" type="pres">
      <dgm:prSet presAssocID="{2A334D7B-3C1E-4FF1-8BF2-6A471472D0A3}" presName="desTx" presStyleLbl="revTx" presStyleIdx="6" presStyleCnt="7">
        <dgm:presLayoutVars>
          <dgm:bulletEnabled val="1"/>
        </dgm:presLayoutVars>
      </dgm:prSet>
      <dgm:spPr/>
    </dgm:pt>
  </dgm:ptLst>
  <dgm:cxnLst>
    <dgm:cxn modelId="{1144C409-2A91-4DFB-BAD0-BE1647560676}" srcId="{72E55752-F5AA-48A9-8112-3E9DB0549CB2}" destId="{A00683DD-B54E-4130-ADC9-07CFC31CFF26}" srcOrd="2" destOrd="0" parTransId="{440C5ADB-97E4-4395-A121-ADB7EAF01883}" sibTransId="{CE18B3FA-A018-4B91-B105-AABEE28260D5}"/>
    <dgm:cxn modelId="{208C4B0A-93C2-4A58-91CB-4D827C09BD3A}" type="presOf" srcId="{2A334D7B-3C1E-4FF1-8BF2-6A471472D0A3}" destId="{A1815D7C-F314-46EB-99D0-4B03F806ADAB}" srcOrd="0" destOrd="0" presId="urn:microsoft.com/office/officeart/2005/8/layout/chevron1"/>
    <dgm:cxn modelId="{0EF27C13-EC3B-4566-BA1C-5819AD6F2710}" type="presOf" srcId="{675B28E9-1557-4727-9EC1-FE4618EF2D86}" destId="{E2A3685E-0C52-42C4-A885-52D7CAC051F0}" srcOrd="0" destOrd="0" presId="urn:microsoft.com/office/officeart/2005/8/layout/chevron1"/>
    <dgm:cxn modelId="{FA6FF919-C480-4D53-BF62-83E7F1C4B8C9}" srcId="{72E55752-F5AA-48A9-8112-3E9DB0549CB2}" destId="{2A334D7B-3C1E-4FF1-8BF2-6A471472D0A3}" srcOrd="6" destOrd="0" parTransId="{45AF530A-ACE3-4A25-AA90-E9EF91ADC293}" sibTransId="{5C2E92E1-2F21-469A-8B2E-2FD00AF72B8A}"/>
    <dgm:cxn modelId="{2EFF941F-6D4A-47A0-8F5E-7A3850220128}" srcId="{72E55752-F5AA-48A9-8112-3E9DB0549CB2}" destId="{14E1CC9B-18C2-43A1-B57F-12B3074CA063}" srcOrd="3" destOrd="0" parTransId="{5A549F22-4A92-4C12-9413-31AF35EA8162}" sibTransId="{CA17ED80-8116-4B48-B6B2-5BAB9296161E}"/>
    <dgm:cxn modelId="{F6D7F42C-FA32-453D-8301-20283A59D799}" type="presOf" srcId="{14E1CC9B-18C2-43A1-B57F-12B3074CA063}" destId="{090BAF1E-8821-460E-A117-74F4D2C0296F}" srcOrd="0" destOrd="0" presId="urn:microsoft.com/office/officeart/2005/8/layout/chevron1"/>
    <dgm:cxn modelId="{53E48734-6C44-470E-867A-A1B27109E90F}" srcId="{14E1CC9B-18C2-43A1-B57F-12B3074CA063}" destId="{968D3CAD-7BE4-4C9B-9817-952D4D7F75C6}" srcOrd="0" destOrd="0" parTransId="{524D7C41-694A-4FF2-971D-AFAE3C012C3D}" sibTransId="{0B4E9253-A663-4AFF-B699-E5FBD895B0C4}"/>
    <dgm:cxn modelId="{7B4D603A-221E-4331-8B1C-7CEDF8A44555}" srcId="{A00683DD-B54E-4130-ADC9-07CFC31CFF26}" destId="{A635BA45-2578-448B-AF04-2B8554312A83}" srcOrd="0" destOrd="0" parTransId="{685B5658-1178-4C90-8E21-9D11578AB40E}" sibTransId="{D76975BF-6911-4781-ACDE-BD4A30143140}"/>
    <dgm:cxn modelId="{867EB75C-7DF3-4FED-A802-6FE42B22417D}" srcId="{2A334D7B-3C1E-4FF1-8BF2-6A471472D0A3}" destId="{E0102529-E0A5-459B-B120-576C93D9B708}" srcOrd="0" destOrd="0" parTransId="{4DC1D306-8C6A-400A-8EC1-6908ED2160AE}" sibTransId="{BE6B5391-833F-455E-BE6B-8157A972E617}"/>
    <dgm:cxn modelId="{2998A164-DE75-43AC-B301-6AE89A6040BE}" type="presOf" srcId="{968D3CAD-7BE4-4C9B-9817-952D4D7F75C6}" destId="{B2D0BB5F-BFCA-4D68-AFAC-76C9642C1478}" srcOrd="0" destOrd="0" presId="urn:microsoft.com/office/officeart/2005/8/layout/chevron1"/>
    <dgm:cxn modelId="{FB2CAA47-DA63-4704-9400-AF073D096F97}" type="presOf" srcId="{AE2A09CA-6E5B-4745-8131-A58608288CF5}" destId="{3E2380A6-0FA3-4D70-9EE4-EDFABAD7121B}" srcOrd="0" destOrd="0" presId="urn:microsoft.com/office/officeart/2005/8/layout/chevron1"/>
    <dgm:cxn modelId="{E189DE49-A7BA-4FA6-8B8A-C824ACC83FC9}" type="presOf" srcId="{A635BA45-2578-448B-AF04-2B8554312A83}" destId="{73D5147E-3B4A-423A-B6D2-A56BF530A39C}" srcOrd="0" destOrd="0" presId="urn:microsoft.com/office/officeart/2005/8/layout/chevron1"/>
    <dgm:cxn modelId="{BCD49854-E1BC-49CD-A4AC-4C4C16F16773}" srcId="{72E55752-F5AA-48A9-8112-3E9DB0549CB2}" destId="{675B28E9-1557-4727-9EC1-FE4618EF2D86}" srcOrd="1" destOrd="0" parTransId="{3CDC3E6D-D26F-4525-9A37-F557441F5856}" sibTransId="{83C4394F-0CB4-4D98-851C-C2E4592AD78A}"/>
    <dgm:cxn modelId="{A762A074-1D39-4582-940B-0E662D6BAEC0}" type="presOf" srcId="{EE375CF2-1F06-40D0-A9C0-43290FB8C259}" destId="{BB859D59-8DAB-461C-912E-8565659967EB}" srcOrd="0" destOrd="0" presId="urn:microsoft.com/office/officeart/2005/8/layout/chevron1"/>
    <dgm:cxn modelId="{4B0F7675-EBF1-46A9-A5BA-96FA455186AB}" type="presOf" srcId="{F957E55E-C87E-4BE9-86B0-CBE26720FB9C}" destId="{EFFF174A-3E5E-4197-950C-346C3FB97F86}" srcOrd="0" destOrd="0" presId="urn:microsoft.com/office/officeart/2005/8/layout/chevron1"/>
    <dgm:cxn modelId="{84118B91-0A68-4DF9-A305-36FE430C2E23}" type="presOf" srcId="{72E55752-F5AA-48A9-8112-3E9DB0549CB2}" destId="{C1677673-DE62-4819-A7F1-E28EE5ED19C4}" srcOrd="0" destOrd="0" presId="urn:microsoft.com/office/officeart/2005/8/layout/chevron1"/>
    <dgm:cxn modelId="{4543AAAA-0761-48D9-893E-1D438BF3358B}" srcId="{F957E55E-C87E-4BE9-86B0-CBE26720FB9C}" destId="{A750D6C3-FC80-4F57-A7C4-2B8CC9C8B556}" srcOrd="0" destOrd="0" parTransId="{948B79D4-8E3C-4B59-B968-5247A24B60E0}" sibTransId="{15534E50-EA97-41A0-B7AC-C239E1E59EA9}"/>
    <dgm:cxn modelId="{592001AD-187C-4578-8D8C-FA0813672D11}" type="presOf" srcId="{A750D6C3-FC80-4F57-A7C4-2B8CC9C8B556}" destId="{6D99F54B-457E-42CC-A0B8-857946D7EAE7}" srcOrd="0" destOrd="0" presId="urn:microsoft.com/office/officeart/2005/8/layout/chevron1"/>
    <dgm:cxn modelId="{792CE6B2-ED80-4FA4-AA04-A7C0A5A56AAB}" srcId="{72E55752-F5AA-48A9-8112-3E9DB0549CB2}" destId="{F591A255-D79C-4D60-952D-130594BF7FAB}" srcOrd="4" destOrd="0" parTransId="{3F78F3B1-0D37-43D9-B2E7-640E1058A6B7}" sibTransId="{8D45B8DD-6701-4952-9F49-6E6D2FE6593A}"/>
    <dgm:cxn modelId="{978224B6-F318-4877-B6EC-FC9AB1732A30}" type="presOf" srcId="{E0102529-E0A5-459B-B120-576C93D9B708}" destId="{3D2721D6-7420-46DF-BE5F-EE213ECAF9FB}" srcOrd="0" destOrd="0" presId="urn:microsoft.com/office/officeart/2005/8/layout/chevron1"/>
    <dgm:cxn modelId="{CABD72B9-85DD-42EA-B647-AA226619A458}" srcId="{675B28E9-1557-4727-9EC1-FE4618EF2D86}" destId="{EE375CF2-1F06-40D0-A9C0-43290FB8C259}" srcOrd="0" destOrd="0" parTransId="{87B6BEC5-152A-43E8-A194-FB91822AA844}" sibTransId="{73E78430-F336-47A1-AE22-B0296AABDD1B}"/>
    <dgm:cxn modelId="{BF039FC8-D417-4FC5-9054-51269B7FA7FD}" srcId="{72E55752-F5AA-48A9-8112-3E9DB0549CB2}" destId="{FF6F776E-A9B9-48B1-BC16-A32F48F06E2E}" srcOrd="5" destOrd="0" parTransId="{34BAFF40-AD85-4499-A5B1-A10B10848B33}" sibTransId="{84638395-CF9B-419D-88C8-8F1A7704030B}"/>
    <dgm:cxn modelId="{182EABCD-49B9-4711-8876-531741864232}" type="presOf" srcId="{A00683DD-B54E-4130-ADC9-07CFC31CFF26}" destId="{F533E3A2-8714-474B-BDC8-879BB4CC7851}" srcOrd="0" destOrd="0" presId="urn:microsoft.com/office/officeart/2005/8/layout/chevron1"/>
    <dgm:cxn modelId="{730DEBCF-7C69-44AB-8862-D56BEEB3B987}" srcId="{FF6F776E-A9B9-48B1-BC16-A32F48F06E2E}" destId="{6A31F819-5F6A-428A-BE67-8D923FDED00C}" srcOrd="0" destOrd="0" parTransId="{18F91773-9A87-4FF9-A347-52674483468A}" sibTransId="{50B2C61A-DD78-4F68-9B95-51F01C006662}"/>
    <dgm:cxn modelId="{64A483D3-F021-4311-B3AA-ED1AA9E0630F}" type="presOf" srcId="{F591A255-D79C-4D60-952D-130594BF7FAB}" destId="{FD565D68-9286-48AB-BEA5-078A64901A34}" srcOrd="0" destOrd="0" presId="urn:microsoft.com/office/officeart/2005/8/layout/chevron1"/>
    <dgm:cxn modelId="{7C2C90D6-929D-4DB5-8BAA-026C4A9FBD86}" type="presOf" srcId="{6A31F819-5F6A-428A-BE67-8D923FDED00C}" destId="{1E76F0AC-7679-49C6-9ED6-F32B627E46F9}" srcOrd="0" destOrd="0" presId="urn:microsoft.com/office/officeart/2005/8/layout/chevron1"/>
    <dgm:cxn modelId="{A24225ED-1580-4FE5-B52B-5449BD0BC60D}" type="presOf" srcId="{FF6F776E-A9B9-48B1-BC16-A32F48F06E2E}" destId="{BF07384F-1314-4A6F-8843-16045C0B0147}" srcOrd="0" destOrd="0" presId="urn:microsoft.com/office/officeart/2005/8/layout/chevron1"/>
    <dgm:cxn modelId="{B191ECF2-3D07-448D-BBD0-BF1EC9CF3EFA}" srcId="{F591A255-D79C-4D60-952D-130594BF7FAB}" destId="{AE2A09CA-6E5B-4745-8131-A58608288CF5}" srcOrd="0" destOrd="0" parTransId="{2055501A-AD1E-4054-861E-603A00946F97}" sibTransId="{FD84BDEB-AA69-4DCE-B541-6E3485179709}"/>
    <dgm:cxn modelId="{C9D990F7-A1BA-46D3-A8FB-B3B5F5CCA461}" srcId="{72E55752-F5AA-48A9-8112-3E9DB0549CB2}" destId="{F957E55E-C87E-4BE9-86B0-CBE26720FB9C}" srcOrd="0" destOrd="0" parTransId="{9ED3C8DC-E152-44E1-BEA0-714D12B6E080}" sibTransId="{8C628BEC-AB41-49B2-9844-A858EA67F997}"/>
    <dgm:cxn modelId="{CFF633D7-0346-4C0B-B04C-2CD64DFBE690}" type="presParOf" srcId="{C1677673-DE62-4819-A7F1-E28EE5ED19C4}" destId="{E3C214F1-D18F-4F30-8725-8063286EFB15}" srcOrd="0" destOrd="0" presId="urn:microsoft.com/office/officeart/2005/8/layout/chevron1"/>
    <dgm:cxn modelId="{D48ABB09-A69F-4C85-99BE-9FAE83D5BD05}" type="presParOf" srcId="{E3C214F1-D18F-4F30-8725-8063286EFB15}" destId="{EFFF174A-3E5E-4197-950C-346C3FB97F86}" srcOrd="0" destOrd="0" presId="urn:microsoft.com/office/officeart/2005/8/layout/chevron1"/>
    <dgm:cxn modelId="{BEBC578C-A50D-4CFA-BA16-3BEF241E701D}" type="presParOf" srcId="{E3C214F1-D18F-4F30-8725-8063286EFB15}" destId="{6D99F54B-457E-42CC-A0B8-857946D7EAE7}" srcOrd="1" destOrd="0" presId="urn:microsoft.com/office/officeart/2005/8/layout/chevron1"/>
    <dgm:cxn modelId="{2A75093E-4350-48F5-88D8-EC366C71E9BF}" type="presParOf" srcId="{C1677673-DE62-4819-A7F1-E28EE5ED19C4}" destId="{911EB761-99F3-4305-9F6F-BF6DDF432381}" srcOrd="1" destOrd="0" presId="urn:microsoft.com/office/officeart/2005/8/layout/chevron1"/>
    <dgm:cxn modelId="{B69A79E4-0F87-4347-9181-875C62213381}" type="presParOf" srcId="{C1677673-DE62-4819-A7F1-E28EE5ED19C4}" destId="{1342D2E8-7793-4D41-9D39-4A04ACB60E74}" srcOrd="2" destOrd="0" presId="urn:microsoft.com/office/officeart/2005/8/layout/chevron1"/>
    <dgm:cxn modelId="{7DA502A4-7297-4349-AE4E-F5FC967625E2}" type="presParOf" srcId="{1342D2E8-7793-4D41-9D39-4A04ACB60E74}" destId="{E2A3685E-0C52-42C4-A885-52D7CAC051F0}" srcOrd="0" destOrd="0" presId="urn:microsoft.com/office/officeart/2005/8/layout/chevron1"/>
    <dgm:cxn modelId="{CA9602B7-57FE-430E-980B-DEB90902D5D8}" type="presParOf" srcId="{1342D2E8-7793-4D41-9D39-4A04ACB60E74}" destId="{BB859D59-8DAB-461C-912E-8565659967EB}" srcOrd="1" destOrd="0" presId="urn:microsoft.com/office/officeart/2005/8/layout/chevron1"/>
    <dgm:cxn modelId="{9CF7E413-03F7-4507-A4EC-BFCC2E071A64}" type="presParOf" srcId="{C1677673-DE62-4819-A7F1-E28EE5ED19C4}" destId="{D417D142-E322-482D-8FA7-32EA3554D42F}" srcOrd="3" destOrd="0" presId="urn:microsoft.com/office/officeart/2005/8/layout/chevron1"/>
    <dgm:cxn modelId="{A57637D0-5238-4F2D-907A-1794FF9059D2}" type="presParOf" srcId="{C1677673-DE62-4819-A7F1-E28EE5ED19C4}" destId="{0485F65A-7B15-4AB1-93B6-4EC2126B8019}" srcOrd="4" destOrd="0" presId="urn:microsoft.com/office/officeart/2005/8/layout/chevron1"/>
    <dgm:cxn modelId="{50E4A0A2-98AD-4F4D-9BF7-A3DBA7D5B3CA}" type="presParOf" srcId="{0485F65A-7B15-4AB1-93B6-4EC2126B8019}" destId="{F533E3A2-8714-474B-BDC8-879BB4CC7851}" srcOrd="0" destOrd="0" presId="urn:microsoft.com/office/officeart/2005/8/layout/chevron1"/>
    <dgm:cxn modelId="{9853245C-8594-404E-97BB-04B8E74E0F4C}" type="presParOf" srcId="{0485F65A-7B15-4AB1-93B6-4EC2126B8019}" destId="{73D5147E-3B4A-423A-B6D2-A56BF530A39C}" srcOrd="1" destOrd="0" presId="urn:microsoft.com/office/officeart/2005/8/layout/chevron1"/>
    <dgm:cxn modelId="{B0694ABA-BDD2-4E8F-8E1B-AABDE4C163F4}" type="presParOf" srcId="{C1677673-DE62-4819-A7F1-E28EE5ED19C4}" destId="{795F871A-300D-466D-9DC6-16ED9B113E80}" srcOrd="5" destOrd="0" presId="urn:microsoft.com/office/officeart/2005/8/layout/chevron1"/>
    <dgm:cxn modelId="{D26B487D-00BE-4EAB-AC19-DBAB6225A501}" type="presParOf" srcId="{C1677673-DE62-4819-A7F1-E28EE5ED19C4}" destId="{918CD62D-302A-405D-9B3F-C8D84A6012C7}" srcOrd="6" destOrd="0" presId="urn:microsoft.com/office/officeart/2005/8/layout/chevron1"/>
    <dgm:cxn modelId="{609EAD8C-D521-4B0C-A494-6008E4610536}" type="presParOf" srcId="{918CD62D-302A-405D-9B3F-C8D84A6012C7}" destId="{090BAF1E-8821-460E-A117-74F4D2C0296F}" srcOrd="0" destOrd="0" presId="urn:microsoft.com/office/officeart/2005/8/layout/chevron1"/>
    <dgm:cxn modelId="{68AB01B8-A588-4F00-9FBB-31BB106FC183}" type="presParOf" srcId="{918CD62D-302A-405D-9B3F-C8D84A6012C7}" destId="{B2D0BB5F-BFCA-4D68-AFAC-76C9642C1478}" srcOrd="1" destOrd="0" presId="urn:microsoft.com/office/officeart/2005/8/layout/chevron1"/>
    <dgm:cxn modelId="{945FB043-6FFB-417D-97FA-6252F5918FC9}" type="presParOf" srcId="{C1677673-DE62-4819-A7F1-E28EE5ED19C4}" destId="{DD5FBC3A-2449-4EC8-89A4-67FAFD7CBCD2}" srcOrd="7" destOrd="0" presId="urn:microsoft.com/office/officeart/2005/8/layout/chevron1"/>
    <dgm:cxn modelId="{7FD5C385-2CEF-4929-8886-D1CB7CC30936}" type="presParOf" srcId="{C1677673-DE62-4819-A7F1-E28EE5ED19C4}" destId="{6A994C56-8E5F-4DD7-BE58-4ADE9EAD77F6}" srcOrd="8" destOrd="0" presId="urn:microsoft.com/office/officeart/2005/8/layout/chevron1"/>
    <dgm:cxn modelId="{4E49DA17-30CB-4362-BF75-A80CE7AF4E95}" type="presParOf" srcId="{6A994C56-8E5F-4DD7-BE58-4ADE9EAD77F6}" destId="{FD565D68-9286-48AB-BEA5-078A64901A34}" srcOrd="0" destOrd="0" presId="urn:microsoft.com/office/officeart/2005/8/layout/chevron1"/>
    <dgm:cxn modelId="{0937D5C2-4C53-49A7-97C3-FD44BFFCBC2D}" type="presParOf" srcId="{6A994C56-8E5F-4DD7-BE58-4ADE9EAD77F6}" destId="{3E2380A6-0FA3-4D70-9EE4-EDFABAD7121B}" srcOrd="1" destOrd="0" presId="urn:microsoft.com/office/officeart/2005/8/layout/chevron1"/>
    <dgm:cxn modelId="{636AAB80-F98E-47E8-9099-8428313F86C3}" type="presParOf" srcId="{C1677673-DE62-4819-A7F1-E28EE5ED19C4}" destId="{C65FA9E0-7F8F-48B0-BF26-719BCBDEE78B}" srcOrd="9" destOrd="0" presId="urn:microsoft.com/office/officeart/2005/8/layout/chevron1"/>
    <dgm:cxn modelId="{C0A1D5EC-74F9-479E-8577-93EFF88122A3}" type="presParOf" srcId="{C1677673-DE62-4819-A7F1-E28EE5ED19C4}" destId="{49640CCD-8389-4216-A1FD-7BF55761813B}" srcOrd="10" destOrd="0" presId="urn:microsoft.com/office/officeart/2005/8/layout/chevron1"/>
    <dgm:cxn modelId="{E370FBB2-8618-4E5D-9BED-095B2729A9BD}" type="presParOf" srcId="{49640CCD-8389-4216-A1FD-7BF55761813B}" destId="{BF07384F-1314-4A6F-8843-16045C0B0147}" srcOrd="0" destOrd="0" presId="urn:microsoft.com/office/officeart/2005/8/layout/chevron1"/>
    <dgm:cxn modelId="{8DF32C25-2538-4348-BEA3-3484F8E7E604}" type="presParOf" srcId="{49640CCD-8389-4216-A1FD-7BF55761813B}" destId="{1E76F0AC-7679-49C6-9ED6-F32B627E46F9}" srcOrd="1" destOrd="0" presId="urn:microsoft.com/office/officeart/2005/8/layout/chevron1"/>
    <dgm:cxn modelId="{927CFDD8-AFD3-4E46-9BB5-368E607B0437}" type="presParOf" srcId="{C1677673-DE62-4819-A7F1-E28EE5ED19C4}" destId="{481107DD-81E1-4DBA-9C23-F08784B131A0}" srcOrd="11" destOrd="0" presId="urn:microsoft.com/office/officeart/2005/8/layout/chevron1"/>
    <dgm:cxn modelId="{DED8C876-6E6D-42E9-98AA-3A0C03EA7476}" type="presParOf" srcId="{C1677673-DE62-4819-A7F1-E28EE5ED19C4}" destId="{29FBEA93-EF08-4293-AAEB-C87F78608B76}" srcOrd="12" destOrd="0" presId="urn:microsoft.com/office/officeart/2005/8/layout/chevron1"/>
    <dgm:cxn modelId="{39346918-7AFC-4387-B302-4F0EBF0D9490}" type="presParOf" srcId="{29FBEA93-EF08-4293-AAEB-C87F78608B76}" destId="{A1815D7C-F314-46EB-99D0-4B03F806ADAB}" srcOrd="0" destOrd="0" presId="urn:microsoft.com/office/officeart/2005/8/layout/chevron1"/>
    <dgm:cxn modelId="{70472133-B1C0-4CAA-A9E5-C0714B7F2C85}" type="presParOf" srcId="{29FBEA93-EF08-4293-AAEB-C87F78608B76}" destId="{3D2721D6-7420-46DF-BE5F-EE213ECAF9FB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5B8F1C4-DC6E-472E-89D9-E27890A9364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BB00A69A-7113-4CCF-8868-C346C6BFEA00}">
      <dgm:prSet/>
      <dgm:spPr/>
      <dgm:t>
        <a:bodyPr/>
        <a:lstStyle/>
        <a:p>
          <a:r>
            <a:rPr lang="en-US" b="1" dirty="0" err="1">
              <a:latin typeface="Cambria" panose="02040503050406030204" pitchFamily="18" charset="0"/>
              <a:ea typeface="Cambria" panose="02040503050406030204" pitchFamily="18" charset="0"/>
            </a:rPr>
            <a:t>Experiencia</a:t>
          </a:r>
          <a:r>
            <a:rPr lang="en-US" b="1" dirty="0">
              <a:latin typeface="Cambria" panose="02040503050406030204" pitchFamily="18" charset="0"/>
              <a:ea typeface="Cambria" panose="02040503050406030204" pitchFamily="18" charset="0"/>
            </a:rPr>
            <a:t> de </a:t>
          </a:r>
          <a:r>
            <a:rPr lang="en-US" b="1" dirty="0" err="1">
              <a:latin typeface="Cambria" panose="02040503050406030204" pitchFamily="18" charset="0"/>
              <a:ea typeface="Cambria" panose="02040503050406030204" pitchFamily="18" charset="0"/>
            </a:rPr>
            <a:t>usuario</a:t>
          </a:r>
          <a:endParaRPr lang="en-US" b="1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9842B6FE-2178-4F62-AAD6-0449DF6D5EA5}" type="parTrans" cxnId="{6363170B-B7CA-4FD7-AD9B-175B03360FB0}">
      <dgm:prSet/>
      <dgm:spPr/>
      <dgm:t>
        <a:bodyPr/>
        <a:lstStyle/>
        <a:p>
          <a:endParaRPr lang="en-US" b="1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BBAADCF2-233B-43BE-AFA9-A6F3B0890FCC}" type="sibTrans" cxnId="{6363170B-B7CA-4FD7-AD9B-175B03360FB0}">
      <dgm:prSet/>
      <dgm:spPr/>
      <dgm:t>
        <a:bodyPr/>
        <a:lstStyle/>
        <a:p>
          <a:endParaRPr lang="en-US" b="1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D3CC3846-6D77-4807-9F7F-1B5A7264CB1C}">
      <dgm:prSet/>
      <dgm:spPr/>
      <dgm:t>
        <a:bodyPr/>
        <a:lstStyle/>
        <a:p>
          <a:r>
            <a:rPr lang="en-US" b="1" dirty="0" err="1">
              <a:latin typeface="Cambria" panose="02040503050406030204" pitchFamily="18" charset="0"/>
              <a:ea typeface="Cambria" panose="02040503050406030204" pitchFamily="18" charset="0"/>
            </a:rPr>
            <a:t>Rendimiento</a:t>
          </a:r>
          <a:endParaRPr lang="en-US" b="1" dirty="0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A4823826-666A-4BE3-9919-B83BE5FBBDFE}" type="parTrans" cxnId="{2D1E51FD-ADBF-4486-887A-AFBA4E5851C7}">
      <dgm:prSet/>
      <dgm:spPr/>
      <dgm:t>
        <a:bodyPr/>
        <a:lstStyle/>
        <a:p>
          <a:endParaRPr lang="en-US" b="1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ED4B9F3E-4C10-438A-BC4E-8C6B53070039}" type="sibTrans" cxnId="{2D1E51FD-ADBF-4486-887A-AFBA4E5851C7}">
      <dgm:prSet/>
      <dgm:spPr/>
      <dgm:t>
        <a:bodyPr/>
        <a:lstStyle/>
        <a:p>
          <a:endParaRPr lang="en-US" b="1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E3984364-0322-4F63-B089-ABA501BA3784}">
      <dgm:prSet/>
      <dgm:spPr/>
      <dgm:t>
        <a:bodyPr/>
        <a:lstStyle/>
        <a:p>
          <a:r>
            <a:rPr lang="en-US" b="1" dirty="0" err="1">
              <a:latin typeface="Cambria" panose="02040503050406030204" pitchFamily="18" charset="0"/>
              <a:ea typeface="Cambria" panose="02040503050406030204" pitchFamily="18" charset="0"/>
            </a:rPr>
            <a:t>Seguridad</a:t>
          </a:r>
          <a:r>
            <a:rPr lang="en-US" b="1" dirty="0">
              <a:latin typeface="Cambria" panose="02040503050406030204" pitchFamily="18" charset="0"/>
              <a:ea typeface="Cambria" panose="02040503050406030204" pitchFamily="18" charset="0"/>
            </a:rPr>
            <a:t> de session</a:t>
          </a:r>
        </a:p>
      </dgm:t>
    </dgm:pt>
    <dgm:pt modelId="{C05684F3-1AAE-48C6-9574-605C4445FF1E}" type="parTrans" cxnId="{0987B85E-E78C-43C1-8F67-E21E088C0B06}">
      <dgm:prSet/>
      <dgm:spPr/>
      <dgm:t>
        <a:bodyPr/>
        <a:lstStyle/>
        <a:p>
          <a:endParaRPr lang="en-US" b="1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0DBB4390-8ADC-4C7A-B874-B924388BF102}" type="sibTrans" cxnId="{0987B85E-E78C-43C1-8F67-E21E088C0B06}">
      <dgm:prSet/>
      <dgm:spPr/>
      <dgm:t>
        <a:bodyPr/>
        <a:lstStyle/>
        <a:p>
          <a:endParaRPr lang="en-US" b="1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B0A4D534-5818-49ED-A42C-7EC0E2ECA801}">
      <dgm:prSet/>
      <dgm:spPr/>
      <dgm:t>
        <a:bodyPr/>
        <a:lstStyle/>
        <a:p>
          <a:r>
            <a:rPr lang="en-US" b="1">
              <a:latin typeface="Cambria" panose="02040503050406030204" pitchFamily="18" charset="0"/>
              <a:ea typeface="Cambria" panose="02040503050406030204" pitchFamily="18" charset="0"/>
            </a:rPr>
            <a:t>Integridad de datos</a:t>
          </a:r>
        </a:p>
      </dgm:t>
    </dgm:pt>
    <dgm:pt modelId="{3AEC5DF8-A118-47B1-B14F-FEEAD1A3CB33}" type="parTrans" cxnId="{793FDD40-D7D6-48DA-9E6D-180AE88FF447}">
      <dgm:prSet/>
      <dgm:spPr/>
      <dgm:t>
        <a:bodyPr/>
        <a:lstStyle/>
        <a:p>
          <a:endParaRPr lang="en-US" b="1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C8F2A121-CB75-48CF-BE2F-B71B587653BB}" type="sibTrans" cxnId="{793FDD40-D7D6-48DA-9E6D-180AE88FF447}">
      <dgm:prSet/>
      <dgm:spPr/>
      <dgm:t>
        <a:bodyPr/>
        <a:lstStyle/>
        <a:p>
          <a:endParaRPr lang="en-US" b="1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67EACB94-CBD3-466C-BFBB-B19FD55F7658}">
      <dgm:prSet/>
      <dgm:spPr/>
      <dgm:t>
        <a:bodyPr/>
        <a:lstStyle/>
        <a:p>
          <a:r>
            <a:rPr lang="en-US" b="1">
              <a:latin typeface="Cambria" panose="02040503050406030204" pitchFamily="18" charset="0"/>
              <a:ea typeface="Cambria" panose="02040503050406030204" pitchFamily="18" charset="0"/>
            </a:rPr>
            <a:t>Internacionalización</a:t>
          </a:r>
        </a:p>
      </dgm:t>
    </dgm:pt>
    <dgm:pt modelId="{9B52A4B2-8841-4A45-9CA3-0AE706704D59}" type="parTrans" cxnId="{BDBC435C-FB61-4669-A6A5-256FF1CDA5A3}">
      <dgm:prSet/>
      <dgm:spPr/>
      <dgm:t>
        <a:bodyPr/>
        <a:lstStyle/>
        <a:p>
          <a:endParaRPr lang="en-US" b="1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88B7E4B5-9E5A-4654-AC66-7324DA8A6549}" type="sibTrans" cxnId="{BDBC435C-FB61-4669-A6A5-256FF1CDA5A3}">
      <dgm:prSet/>
      <dgm:spPr/>
      <dgm:t>
        <a:bodyPr/>
        <a:lstStyle/>
        <a:p>
          <a:endParaRPr lang="en-US" b="1"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FC9F6520-78CB-4956-AC43-0430BF9EDC30}" type="pres">
      <dgm:prSet presAssocID="{B5B8F1C4-DC6E-472E-89D9-E27890A93649}" presName="root" presStyleCnt="0">
        <dgm:presLayoutVars>
          <dgm:dir/>
          <dgm:resizeHandles val="exact"/>
        </dgm:presLayoutVars>
      </dgm:prSet>
      <dgm:spPr/>
    </dgm:pt>
    <dgm:pt modelId="{3FEB98DF-B395-4CDD-95F9-1CFD25DFCAA2}" type="pres">
      <dgm:prSet presAssocID="{BB00A69A-7113-4CCF-8868-C346C6BFEA00}" presName="compNode" presStyleCnt="0"/>
      <dgm:spPr/>
    </dgm:pt>
    <dgm:pt modelId="{9A30B1C9-AFC4-4ADC-8D7C-23D16A6902DD}" type="pres">
      <dgm:prSet presAssocID="{BB00A69A-7113-4CCF-8868-C346C6BFEA00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CB05DD8C-74C7-4A61-B957-B338F2BDBF83}" type="pres">
      <dgm:prSet presAssocID="{BB00A69A-7113-4CCF-8868-C346C6BFEA00}" presName="spaceRect" presStyleCnt="0"/>
      <dgm:spPr/>
    </dgm:pt>
    <dgm:pt modelId="{EBECDC8B-C9BA-4259-93FF-1B562DD8DC76}" type="pres">
      <dgm:prSet presAssocID="{BB00A69A-7113-4CCF-8868-C346C6BFEA00}" presName="textRect" presStyleLbl="revTx" presStyleIdx="0" presStyleCnt="5">
        <dgm:presLayoutVars>
          <dgm:chMax val="1"/>
          <dgm:chPref val="1"/>
        </dgm:presLayoutVars>
      </dgm:prSet>
      <dgm:spPr/>
    </dgm:pt>
    <dgm:pt modelId="{0FD0D52A-0375-4CF6-B3DF-2D65833F38ED}" type="pres">
      <dgm:prSet presAssocID="{BBAADCF2-233B-43BE-AFA9-A6F3B0890FCC}" presName="sibTrans" presStyleCnt="0"/>
      <dgm:spPr/>
    </dgm:pt>
    <dgm:pt modelId="{7E3D2CB7-9C79-41AB-A9F3-A9832305DC72}" type="pres">
      <dgm:prSet presAssocID="{D3CC3846-6D77-4807-9F7F-1B5A7264CB1C}" presName="compNode" presStyleCnt="0"/>
      <dgm:spPr/>
    </dgm:pt>
    <dgm:pt modelId="{15A5A435-BE31-4DC5-A3CF-4362B4CF6CB1}" type="pres">
      <dgm:prSet presAssocID="{D3CC3846-6D77-4807-9F7F-1B5A7264CB1C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D8E1D22-6F3C-49AE-8BB9-FCDE5FEEE134}" type="pres">
      <dgm:prSet presAssocID="{D3CC3846-6D77-4807-9F7F-1B5A7264CB1C}" presName="spaceRect" presStyleCnt="0"/>
      <dgm:spPr/>
    </dgm:pt>
    <dgm:pt modelId="{65328C2F-0B55-4E1D-81F6-09F05C674172}" type="pres">
      <dgm:prSet presAssocID="{D3CC3846-6D77-4807-9F7F-1B5A7264CB1C}" presName="textRect" presStyleLbl="revTx" presStyleIdx="1" presStyleCnt="5">
        <dgm:presLayoutVars>
          <dgm:chMax val="1"/>
          <dgm:chPref val="1"/>
        </dgm:presLayoutVars>
      </dgm:prSet>
      <dgm:spPr/>
    </dgm:pt>
    <dgm:pt modelId="{A327AF0B-870E-4D88-9151-B73C7A4185E0}" type="pres">
      <dgm:prSet presAssocID="{ED4B9F3E-4C10-438A-BC4E-8C6B53070039}" presName="sibTrans" presStyleCnt="0"/>
      <dgm:spPr/>
    </dgm:pt>
    <dgm:pt modelId="{1B1DF7B8-1343-445B-9E5F-F24836806E6B}" type="pres">
      <dgm:prSet presAssocID="{E3984364-0322-4F63-B089-ABA501BA3784}" presName="compNode" presStyleCnt="0"/>
      <dgm:spPr/>
    </dgm:pt>
    <dgm:pt modelId="{DC259A2E-3AD1-40F5-86FF-93C8E609A894}" type="pres">
      <dgm:prSet presAssocID="{E3984364-0322-4F63-B089-ABA501BA3784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21EC3EBB-9C58-4700-AB3E-8C3923B6396D}" type="pres">
      <dgm:prSet presAssocID="{E3984364-0322-4F63-B089-ABA501BA3784}" presName="spaceRect" presStyleCnt="0"/>
      <dgm:spPr/>
    </dgm:pt>
    <dgm:pt modelId="{21755967-E56E-49AB-AD52-6808115F8615}" type="pres">
      <dgm:prSet presAssocID="{E3984364-0322-4F63-B089-ABA501BA3784}" presName="textRect" presStyleLbl="revTx" presStyleIdx="2" presStyleCnt="5">
        <dgm:presLayoutVars>
          <dgm:chMax val="1"/>
          <dgm:chPref val="1"/>
        </dgm:presLayoutVars>
      </dgm:prSet>
      <dgm:spPr/>
    </dgm:pt>
    <dgm:pt modelId="{98242043-AD00-4AD5-A368-02468DAF6C06}" type="pres">
      <dgm:prSet presAssocID="{0DBB4390-8ADC-4C7A-B874-B924388BF102}" presName="sibTrans" presStyleCnt="0"/>
      <dgm:spPr/>
    </dgm:pt>
    <dgm:pt modelId="{AA264821-6647-4783-BEC8-090E6D48AEF4}" type="pres">
      <dgm:prSet presAssocID="{B0A4D534-5818-49ED-A42C-7EC0E2ECA801}" presName="compNode" presStyleCnt="0"/>
      <dgm:spPr/>
    </dgm:pt>
    <dgm:pt modelId="{43784074-0185-4703-BEA8-C7341ACCE9DD}" type="pres">
      <dgm:prSet presAssocID="{B0A4D534-5818-49ED-A42C-7EC0E2ECA80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1EDD9200-2FA5-44D4-A974-B72DA8AE3A43}" type="pres">
      <dgm:prSet presAssocID="{B0A4D534-5818-49ED-A42C-7EC0E2ECA801}" presName="spaceRect" presStyleCnt="0"/>
      <dgm:spPr/>
    </dgm:pt>
    <dgm:pt modelId="{7560FD85-A061-4917-8C2E-EE6F5DB911CA}" type="pres">
      <dgm:prSet presAssocID="{B0A4D534-5818-49ED-A42C-7EC0E2ECA801}" presName="textRect" presStyleLbl="revTx" presStyleIdx="3" presStyleCnt="5">
        <dgm:presLayoutVars>
          <dgm:chMax val="1"/>
          <dgm:chPref val="1"/>
        </dgm:presLayoutVars>
      </dgm:prSet>
      <dgm:spPr/>
    </dgm:pt>
    <dgm:pt modelId="{242D1E2A-D61A-4997-8B28-58BAB29E098F}" type="pres">
      <dgm:prSet presAssocID="{C8F2A121-CB75-48CF-BE2F-B71B587653BB}" presName="sibTrans" presStyleCnt="0"/>
      <dgm:spPr/>
    </dgm:pt>
    <dgm:pt modelId="{3E1E6F84-0FD0-4FEB-9B81-BDD323F0DCB6}" type="pres">
      <dgm:prSet presAssocID="{67EACB94-CBD3-466C-BFBB-B19FD55F7658}" presName="compNode" presStyleCnt="0"/>
      <dgm:spPr/>
    </dgm:pt>
    <dgm:pt modelId="{D3F56232-628B-462C-9288-3B0F3614E6FA}" type="pres">
      <dgm:prSet presAssocID="{67EACB94-CBD3-466C-BFBB-B19FD55F7658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Europe-Africa"/>
        </a:ext>
      </dgm:extLst>
    </dgm:pt>
    <dgm:pt modelId="{D786C9A6-2C70-4A84-B867-287454766AB1}" type="pres">
      <dgm:prSet presAssocID="{67EACB94-CBD3-466C-BFBB-B19FD55F7658}" presName="spaceRect" presStyleCnt="0"/>
      <dgm:spPr/>
    </dgm:pt>
    <dgm:pt modelId="{806A008A-351D-46F8-A1EF-E2D54C03552E}" type="pres">
      <dgm:prSet presAssocID="{67EACB94-CBD3-466C-BFBB-B19FD55F765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363170B-B7CA-4FD7-AD9B-175B03360FB0}" srcId="{B5B8F1C4-DC6E-472E-89D9-E27890A93649}" destId="{BB00A69A-7113-4CCF-8868-C346C6BFEA00}" srcOrd="0" destOrd="0" parTransId="{9842B6FE-2178-4F62-AAD6-0449DF6D5EA5}" sibTransId="{BBAADCF2-233B-43BE-AFA9-A6F3B0890FCC}"/>
    <dgm:cxn modelId="{8C01DD39-838A-4A5F-B66E-756B2B3D4318}" type="presOf" srcId="{B5B8F1C4-DC6E-472E-89D9-E27890A93649}" destId="{FC9F6520-78CB-4956-AC43-0430BF9EDC30}" srcOrd="0" destOrd="0" presId="urn:microsoft.com/office/officeart/2018/2/layout/IconLabelList"/>
    <dgm:cxn modelId="{793FDD40-D7D6-48DA-9E6D-180AE88FF447}" srcId="{B5B8F1C4-DC6E-472E-89D9-E27890A93649}" destId="{B0A4D534-5818-49ED-A42C-7EC0E2ECA801}" srcOrd="3" destOrd="0" parTransId="{3AEC5DF8-A118-47B1-B14F-FEEAD1A3CB33}" sibTransId="{C8F2A121-CB75-48CF-BE2F-B71B587653BB}"/>
    <dgm:cxn modelId="{BDBC435C-FB61-4669-A6A5-256FF1CDA5A3}" srcId="{B5B8F1C4-DC6E-472E-89D9-E27890A93649}" destId="{67EACB94-CBD3-466C-BFBB-B19FD55F7658}" srcOrd="4" destOrd="0" parTransId="{9B52A4B2-8841-4A45-9CA3-0AE706704D59}" sibTransId="{88B7E4B5-9E5A-4654-AC66-7324DA8A6549}"/>
    <dgm:cxn modelId="{C532EF5D-8866-4010-8CFF-A7C74AB21271}" type="presOf" srcId="{BB00A69A-7113-4CCF-8868-C346C6BFEA00}" destId="{EBECDC8B-C9BA-4259-93FF-1B562DD8DC76}" srcOrd="0" destOrd="0" presId="urn:microsoft.com/office/officeart/2018/2/layout/IconLabelList"/>
    <dgm:cxn modelId="{0987B85E-E78C-43C1-8F67-E21E088C0B06}" srcId="{B5B8F1C4-DC6E-472E-89D9-E27890A93649}" destId="{E3984364-0322-4F63-B089-ABA501BA3784}" srcOrd="2" destOrd="0" parTransId="{C05684F3-1AAE-48C6-9574-605C4445FF1E}" sibTransId="{0DBB4390-8ADC-4C7A-B874-B924388BF102}"/>
    <dgm:cxn modelId="{66BAB077-26C5-42A8-B663-8C2D458C1112}" type="presOf" srcId="{D3CC3846-6D77-4807-9F7F-1B5A7264CB1C}" destId="{65328C2F-0B55-4E1D-81F6-09F05C674172}" srcOrd="0" destOrd="0" presId="urn:microsoft.com/office/officeart/2018/2/layout/IconLabelList"/>
    <dgm:cxn modelId="{BDD880B6-6981-4145-9149-B593C053A285}" type="presOf" srcId="{67EACB94-CBD3-466C-BFBB-B19FD55F7658}" destId="{806A008A-351D-46F8-A1EF-E2D54C03552E}" srcOrd="0" destOrd="0" presId="urn:microsoft.com/office/officeart/2018/2/layout/IconLabelList"/>
    <dgm:cxn modelId="{81DCEDC0-4012-41D0-8D0F-99DAA4DFF822}" type="presOf" srcId="{E3984364-0322-4F63-B089-ABA501BA3784}" destId="{21755967-E56E-49AB-AD52-6808115F8615}" srcOrd="0" destOrd="0" presId="urn:microsoft.com/office/officeart/2018/2/layout/IconLabelList"/>
    <dgm:cxn modelId="{09FD68D1-0AB3-4772-9F31-390290101A34}" type="presOf" srcId="{B0A4D534-5818-49ED-A42C-7EC0E2ECA801}" destId="{7560FD85-A061-4917-8C2E-EE6F5DB911CA}" srcOrd="0" destOrd="0" presId="urn:microsoft.com/office/officeart/2018/2/layout/IconLabelList"/>
    <dgm:cxn modelId="{2D1E51FD-ADBF-4486-887A-AFBA4E5851C7}" srcId="{B5B8F1C4-DC6E-472E-89D9-E27890A93649}" destId="{D3CC3846-6D77-4807-9F7F-1B5A7264CB1C}" srcOrd="1" destOrd="0" parTransId="{A4823826-666A-4BE3-9919-B83BE5FBBDFE}" sibTransId="{ED4B9F3E-4C10-438A-BC4E-8C6B53070039}"/>
    <dgm:cxn modelId="{4B786B30-76D3-4916-B2C2-14B262324F21}" type="presParOf" srcId="{FC9F6520-78CB-4956-AC43-0430BF9EDC30}" destId="{3FEB98DF-B395-4CDD-95F9-1CFD25DFCAA2}" srcOrd="0" destOrd="0" presId="urn:microsoft.com/office/officeart/2018/2/layout/IconLabelList"/>
    <dgm:cxn modelId="{4BE2821C-53FE-415B-AF8E-AF2E561D2061}" type="presParOf" srcId="{3FEB98DF-B395-4CDD-95F9-1CFD25DFCAA2}" destId="{9A30B1C9-AFC4-4ADC-8D7C-23D16A6902DD}" srcOrd="0" destOrd="0" presId="urn:microsoft.com/office/officeart/2018/2/layout/IconLabelList"/>
    <dgm:cxn modelId="{6093EACA-27A4-4FD2-B89C-873EF1CA5BD3}" type="presParOf" srcId="{3FEB98DF-B395-4CDD-95F9-1CFD25DFCAA2}" destId="{CB05DD8C-74C7-4A61-B957-B338F2BDBF83}" srcOrd="1" destOrd="0" presId="urn:microsoft.com/office/officeart/2018/2/layout/IconLabelList"/>
    <dgm:cxn modelId="{EA71EAD6-AFEC-4BD6-88BF-E6AC301F6FFB}" type="presParOf" srcId="{3FEB98DF-B395-4CDD-95F9-1CFD25DFCAA2}" destId="{EBECDC8B-C9BA-4259-93FF-1B562DD8DC76}" srcOrd="2" destOrd="0" presId="urn:microsoft.com/office/officeart/2018/2/layout/IconLabelList"/>
    <dgm:cxn modelId="{95FF6E55-55A7-4652-9021-90BA5461D6D5}" type="presParOf" srcId="{FC9F6520-78CB-4956-AC43-0430BF9EDC30}" destId="{0FD0D52A-0375-4CF6-B3DF-2D65833F38ED}" srcOrd="1" destOrd="0" presId="urn:microsoft.com/office/officeart/2018/2/layout/IconLabelList"/>
    <dgm:cxn modelId="{91783C9A-11A4-4B75-8257-BE6AD62FFCAE}" type="presParOf" srcId="{FC9F6520-78CB-4956-AC43-0430BF9EDC30}" destId="{7E3D2CB7-9C79-41AB-A9F3-A9832305DC72}" srcOrd="2" destOrd="0" presId="urn:microsoft.com/office/officeart/2018/2/layout/IconLabelList"/>
    <dgm:cxn modelId="{AECF24B4-9ACC-407C-9278-B63231C256D5}" type="presParOf" srcId="{7E3D2CB7-9C79-41AB-A9F3-A9832305DC72}" destId="{15A5A435-BE31-4DC5-A3CF-4362B4CF6CB1}" srcOrd="0" destOrd="0" presId="urn:microsoft.com/office/officeart/2018/2/layout/IconLabelList"/>
    <dgm:cxn modelId="{0286331F-354D-4F61-8797-902C94533690}" type="presParOf" srcId="{7E3D2CB7-9C79-41AB-A9F3-A9832305DC72}" destId="{FD8E1D22-6F3C-49AE-8BB9-FCDE5FEEE134}" srcOrd="1" destOrd="0" presId="urn:microsoft.com/office/officeart/2018/2/layout/IconLabelList"/>
    <dgm:cxn modelId="{6A9695C2-83F1-4065-8809-67BED4AB9124}" type="presParOf" srcId="{7E3D2CB7-9C79-41AB-A9F3-A9832305DC72}" destId="{65328C2F-0B55-4E1D-81F6-09F05C674172}" srcOrd="2" destOrd="0" presId="urn:microsoft.com/office/officeart/2018/2/layout/IconLabelList"/>
    <dgm:cxn modelId="{8F4078E9-EDE9-45F0-9C5E-4A02D00D0CA3}" type="presParOf" srcId="{FC9F6520-78CB-4956-AC43-0430BF9EDC30}" destId="{A327AF0B-870E-4D88-9151-B73C7A4185E0}" srcOrd="3" destOrd="0" presId="urn:microsoft.com/office/officeart/2018/2/layout/IconLabelList"/>
    <dgm:cxn modelId="{5E445356-0FD0-4071-A900-101FFB5FB9B4}" type="presParOf" srcId="{FC9F6520-78CB-4956-AC43-0430BF9EDC30}" destId="{1B1DF7B8-1343-445B-9E5F-F24836806E6B}" srcOrd="4" destOrd="0" presId="urn:microsoft.com/office/officeart/2018/2/layout/IconLabelList"/>
    <dgm:cxn modelId="{6B04A42A-8D3E-47FB-8F2B-C97EEBBBD410}" type="presParOf" srcId="{1B1DF7B8-1343-445B-9E5F-F24836806E6B}" destId="{DC259A2E-3AD1-40F5-86FF-93C8E609A894}" srcOrd="0" destOrd="0" presId="urn:microsoft.com/office/officeart/2018/2/layout/IconLabelList"/>
    <dgm:cxn modelId="{E88B1BA5-4BC7-446B-9168-B432C0658275}" type="presParOf" srcId="{1B1DF7B8-1343-445B-9E5F-F24836806E6B}" destId="{21EC3EBB-9C58-4700-AB3E-8C3923B6396D}" srcOrd="1" destOrd="0" presId="urn:microsoft.com/office/officeart/2018/2/layout/IconLabelList"/>
    <dgm:cxn modelId="{1494F986-CC5E-4D0A-B4A1-25B0AFA86AEA}" type="presParOf" srcId="{1B1DF7B8-1343-445B-9E5F-F24836806E6B}" destId="{21755967-E56E-49AB-AD52-6808115F8615}" srcOrd="2" destOrd="0" presId="urn:microsoft.com/office/officeart/2018/2/layout/IconLabelList"/>
    <dgm:cxn modelId="{617A8A2A-443E-4CF2-AC82-C0B165539439}" type="presParOf" srcId="{FC9F6520-78CB-4956-AC43-0430BF9EDC30}" destId="{98242043-AD00-4AD5-A368-02468DAF6C06}" srcOrd="5" destOrd="0" presId="urn:microsoft.com/office/officeart/2018/2/layout/IconLabelList"/>
    <dgm:cxn modelId="{F06AC6A2-29A3-4592-AD5B-41B6E87F62FF}" type="presParOf" srcId="{FC9F6520-78CB-4956-AC43-0430BF9EDC30}" destId="{AA264821-6647-4783-BEC8-090E6D48AEF4}" srcOrd="6" destOrd="0" presId="urn:microsoft.com/office/officeart/2018/2/layout/IconLabelList"/>
    <dgm:cxn modelId="{FF98E132-9102-4E9D-ADF1-C0F59250D85E}" type="presParOf" srcId="{AA264821-6647-4783-BEC8-090E6D48AEF4}" destId="{43784074-0185-4703-BEA8-C7341ACCE9DD}" srcOrd="0" destOrd="0" presId="urn:microsoft.com/office/officeart/2018/2/layout/IconLabelList"/>
    <dgm:cxn modelId="{DF7195FA-27CF-47AC-BC8D-2FC103C3CE84}" type="presParOf" srcId="{AA264821-6647-4783-BEC8-090E6D48AEF4}" destId="{1EDD9200-2FA5-44D4-A974-B72DA8AE3A43}" srcOrd="1" destOrd="0" presId="urn:microsoft.com/office/officeart/2018/2/layout/IconLabelList"/>
    <dgm:cxn modelId="{7E0E0950-9779-483E-92BB-A9024A5E589A}" type="presParOf" srcId="{AA264821-6647-4783-BEC8-090E6D48AEF4}" destId="{7560FD85-A061-4917-8C2E-EE6F5DB911CA}" srcOrd="2" destOrd="0" presId="urn:microsoft.com/office/officeart/2018/2/layout/IconLabelList"/>
    <dgm:cxn modelId="{F3F514CB-4F7C-46A1-B13F-4A875226636C}" type="presParOf" srcId="{FC9F6520-78CB-4956-AC43-0430BF9EDC30}" destId="{242D1E2A-D61A-4997-8B28-58BAB29E098F}" srcOrd="7" destOrd="0" presId="urn:microsoft.com/office/officeart/2018/2/layout/IconLabelList"/>
    <dgm:cxn modelId="{0EA3F6DC-CF38-4507-BEF9-A8AA79834277}" type="presParOf" srcId="{FC9F6520-78CB-4956-AC43-0430BF9EDC30}" destId="{3E1E6F84-0FD0-4FEB-9B81-BDD323F0DCB6}" srcOrd="8" destOrd="0" presId="urn:microsoft.com/office/officeart/2018/2/layout/IconLabelList"/>
    <dgm:cxn modelId="{4F2AC896-9BF3-49ED-A62B-5A717C1EA148}" type="presParOf" srcId="{3E1E6F84-0FD0-4FEB-9B81-BDD323F0DCB6}" destId="{D3F56232-628B-462C-9288-3B0F3614E6FA}" srcOrd="0" destOrd="0" presId="urn:microsoft.com/office/officeart/2018/2/layout/IconLabelList"/>
    <dgm:cxn modelId="{9B53FCA9-126B-44BA-BF6B-40F6D3255395}" type="presParOf" srcId="{3E1E6F84-0FD0-4FEB-9B81-BDD323F0DCB6}" destId="{D786C9A6-2C70-4A84-B867-287454766AB1}" srcOrd="1" destOrd="0" presId="urn:microsoft.com/office/officeart/2018/2/layout/IconLabelList"/>
    <dgm:cxn modelId="{48C00959-DCB8-43DD-875C-ED4242AE5203}" type="presParOf" srcId="{3E1E6F84-0FD0-4FEB-9B81-BDD323F0DCB6}" destId="{806A008A-351D-46F8-A1EF-E2D54C03552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2E55752-F5AA-48A9-8112-3E9DB0549CB2}" type="doc">
      <dgm:prSet loTypeId="urn:microsoft.com/office/officeart/2009/layout/CircleArrowProcess" loCatId="process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s-CL"/>
        </a:p>
      </dgm:t>
    </dgm:pt>
    <dgm:pt modelId="{F591A255-D79C-4D60-952D-130594BF7FAB}">
      <dgm:prSet phldrT="[Texto]" custT="1"/>
      <dgm:spPr/>
      <dgm:t>
        <a:bodyPr/>
        <a:lstStyle/>
        <a:p>
          <a:r>
            <a:rPr lang="es-CL" sz="1600" dirty="0">
              <a:latin typeface="Cambria" panose="02040503050406030204" pitchFamily="18" charset="0"/>
              <a:ea typeface="Cambria" panose="02040503050406030204" pitchFamily="18" charset="0"/>
            </a:rPr>
            <a:t>Sprint 5</a:t>
          </a:r>
        </a:p>
      </dgm:t>
    </dgm:pt>
    <dgm:pt modelId="{3F78F3B1-0D37-43D9-B2E7-640E1058A6B7}" type="parTrans" cxnId="{792CE6B2-ED80-4FA4-AA04-A7C0A5A56AAB}">
      <dgm:prSet/>
      <dgm:spPr/>
      <dgm:t>
        <a:bodyPr/>
        <a:lstStyle/>
        <a:p>
          <a:endParaRPr lang="es-CL"/>
        </a:p>
      </dgm:t>
    </dgm:pt>
    <dgm:pt modelId="{8D45B8DD-6701-4952-9F49-6E6D2FE6593A}" type="sibTrans" cxnId="{792CE6B2-ED80-4FA4-AA04-A7C0A5A56AAB}">
      <dgm:prSet phldrT="5" phldr="0"/>
      <dgm:spPr/>
      <dgm:t>
        <a:bodyPr/>
        <a:lstStyle/>
        <a:p>
          <a:endParaRPr lang="en-US"/>
        </a:p>
      </dgm:t>
    </dgm:pt>
    <dgm:pt modelId="{FF6F776E-A9B9-48B1-BC16-A32F48F06E2E}">
      <dgm:prSet phldrT="[Texto]" custT="1"/>
      <dgm:spPr/>
      <dgm:t>
        <a:bodyPr/>
        <a:lstStyle/>
        <a:p>
          <a:r>
            <a:rPr lang="es-CL" sz="1600" dirty="0">
              <a:latin typeface="Cambria" panose="02040503050406030204" pitchFamily="18" charset="0"/>
              <a:ea typeface="Cambria" panose="02040503050406030204" pitchFamily="18" charset="0"/>
            </a:rPr>
            <a:t>Sprint 6</a:t>
          </a:r>
        </a:p>
      </dgm:t>
    </dgm:pt>
    <dgm:pt modelId="{34BAFF40-AD85-4499-A5B1-A10B10848B33}" type="parTrans" cxnId="{BF039FC8-D417-4FC5-9054-51269B7FA7FD}">
      <dgm:prSet/>
      <dgm:spPr/>
      <dgm:t>
        <a:bodyPr/>
        <a:lstStyle/>
        <a:p>
          <a:endParaRPr lang="es-CL"/>
        </a:p>
      </dgm:t>
    </dgm:pt>
    <dgm:pt modelId="{84638395-CF9B-419D-88C8-8F1A7704030B}" type="sibTrans" cxnId="{BF039FC8-D417-4FC5-9054-51269B7FA7FD}">
      <dgm:prSet phldrT="6" phldr="0"/>
      <dgm:spPr/>
      <dgm:t>
        <a:bodyPr/>
        <a:lstStyle/>
        <a:p>
          <a:endParaRPr lang="en-US"/>
        </a:p>
      </dgm:t>
    </dgm:pt>
    <dgm:pt modelId="{2A334D7B-3C1E-4FF1-8BF2-6A471472D0A3}">
      <dgm:prSet phldrT="[Texto]" custT="1"/>
      <dgm:spPr/>
      <dgm:t>
        <a:bodyPr/>
        <a:lstStyle/>
        <a:p>
          <a:r>
            <a:rPr lang="es-CL" sz="1600" dirty="0">
              <a:latin typeface="Cambria" panose="02040503050406030204" pitchFamily="18" charset="0"/>
              <a:ea typeface="Cambria" panose="02040503050406030204" pitchFamily="18" charset="0"/>
            </a:rPr>
            <a:t>Cierre</a:t>
          </a:r>
        </a:p>
      </dgm:t>
    </dgm:pt>
    <dgm:pt modelId="{45AF530A-ACE3-4A25-AA90-E9EF91ADC293}" type="parTrans" cxnId="{FA6FF919-C480-4D53-BF62-83E7F1C4B8C9}">
      <dgm:prSet/>
      <dgm:spPr/>
      <dgm:t>
        <a:bodyPr/>
        <a:lstStyle/>
        <a:p>
          <a:endParaRPr lang="es-CL"/>
        </a:p>
      </dgm:t>
    </dgm:pt>
    <dgm:pt modelId="{5C2E92E1-2F21-469A-8B2E-2FD00AF72B8A}" type="sibTrans" cxnId="{FA6FF919-C480-4D53-BF62-83E7F1C4B8C9}">
      <dgm:prSet phldrT="7" phldr="0"/>
      <dgm:spPr/>
      <dgm:t>
        <a:bodyPr/>
        <a:lstStyle/>
        <a:p>
          <a:endParaRPr lang="es-CL" dirty="0"/>
        </a:p>
      </dgm:t>
    </dgm:pt>
    <dgm:pt modelId="{A1A82551-4021-43DB-BAD4-0509C96CC42D}" type="pres">
      <dgm:prSet presAssocID="{72E55752-F5AA-48A9-8112-3E9DB0549CB2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34AEC7B7-94B9-4867-BE14-D7D74CCA033B}" type="pres">
      <dgm:prSet presAssocID="{F591A255-D79C-4D60-952D-130594BF7FAB}" presName="Accent1" presStyleCnt="0"/>
      <dgm:spPr/>
    </dgm:pt>
    <dgm:pt modelId="{8AC628E2-963C-4AE4-88CA-E3D0A1BBFABD}" type="pres">
      <dgm:prSet presAssocID="{F591A255-D79C-4D60-952D-130594BF7FAB}" presName="Accent" presStyleLbl="node1" presStyleIdx="0" presStyleCnt="3"/>
      <dgm:spPr/>
    </dgm:pt>
    <dgm:pt modelId="{035A8296-79A4-49F7-A99A-5CA080D59839}" type="pres">
      <dgm:prSet presAssocID="{F591A255-D79C-4D60-952D-130594BF7FAB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15FE62CC-D3E7-42D5-B8A2-39ECD35809E4}" type="pres">
      <dgm:prSet presAssocID="{FF6F776E-A9B9-48B1-BC16-A32F48F06E2E}" presName="Accent2" presStyleCnt="0"/>
      <dgm:spPr/>
    </dgm:pt>
    <dgm:pt modelId="{DD59072F-E738-4FDD-8CA5-D937C8E425CB}" type="pres">
      <dgm:prSet presAssocID="{FF6F776E-A9B9-48B1-BC16-A32F48F06E2E}" presName="Accent" presStyleLbl="node1" presStyleIdx="1" presStyleCnt="3"/>
      <dgm:spPr/>
    </dgm:pt>
    <dgm:pt modelId="{4253F1DE-E8F0-4A61-8CFD-652141E79DB4}" type="pres">
      <dgm:prSet presAssocID="{FF6F776E-A9B9-48B1-BC16-A32F48F06E2E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0966E234-5A07-450C-A126-1B6E682372D1}" type="pres">
      <dgm:prSet presAssocID="{2A334D7B-3C1E-4FF1-8BF2-6A471472D0A3}" presName="Accent3" presStyleCnt="0"/>
      <dgm:spPr/>
    </dgm:pt>
    <dgm:pt modelId="{2ACA6BD7-F57C-44A6-817E-B36A70E1E26C}" type="pres">
      <dgm:prSet presAssocID="{2A334D7B-3C1E-4FF1-8BF2-6A471472D0A3}" presName="Accent" presStyleLbl="node1" presStyleIdx="2" presStyleCnt="3"/>
      <dgm:spPr/>
    </dgm:pt>
    <dgm:pt modelId="{F5F420B4-D5B8-42E6-ABE5-F104269A815A}" type="pres">
      <dgm:prSet presAssocID="{2A334D7B-3C1E-4FF1-8BF2-6A471472D0A3}" presName="Parent3" presStyleLbl="revTx" presStyleIdx="2" presStyleCnt="3">
        <dgm:presLayoutVars>
          <dgm:chMax val="1"/>
          <dgm:chPref val="1"/>
          <dgm:bulletEnabled val="1"/>
        </dgm:presLayoutVars>
      </dgm:prSet>
      <dgm:spPr/>
    </dgm:pt>
  </dgm:ptLst>
  <dgm:cxnLst>
    <dgm:cxn modelId="{7C4A2808-B229-49CE-BB66-DF0F4F755913}" type="presOf" srcId="{FF6F776E-A9B9-48B1-BC16-A32F48F06E2E}" destId="{4253F1DE-E8F0-4A61-8CFD-652141E79DB4}" srcOrd="0" destOrd="0" presId="urn:microsoft.com/office/officeart/2009/layout/CircleArrowProcess"/>
    <dgm:cxn modelId="{FA6FF919-C480-4D53-BF62-83E7F1C4B8C9}" srcId="{72E55752-F5AA-48A9-8112-3E9DB0549CB2}" destId="{2A334D7B-3C1E-4FF1-8BF2-6A471472D0A3}" srcOrd="2" destOrd="0" parTransId="{45AF530A-ACE3-4A25-AA90-E9EF91ADC293}" sibTransId="{5C2E92E1-2F21-469A-8B2E-2FD00AF72B8A}"/>
    <dgm:cxn modelId="{1B387950-B33D-458B-B2A2-E149A5923A04}" type="presOf" srcId="{2A334D7B-3C1E-4FF1-8BF2-6A471472D0A3}" destId="{F5F420B4-D5B8-42E6-ABE5-F104269A815A}" srcOrd="0" destOrd="0" presId="urn:microsoft.com/office/officeart/2009/layout/CircleArrowProcess"/>
    <dgm:cxn modelId="{1410A151-C18B-4CCC-A7B2-575B37F1BF16}" type="presOf" srcId="{72E55752-F5AA-48A9-8112-3E9DB0549CB2}" destId="{A1A82551-4021-43DB-BAD4-0509C96CC42D}" srcOrd="0" destOrd="0" presId="urn:microsoft.com/office/officeart/2009/layout/CircleArrowProcess"/>
    <dgm:cxn modelId="{53D5198F-609C-42CA-A236-76205AD4C555}" type="presOf" srcId="{F591A255-D79C-4D60-952D-130594BF7FAB}" destId="{035A8296-79A4-49F7-A99A-5CA080D59839}" srcOrd="0" destOrd="0" presId="urn:microsoft.com/office/officeart/2009/layout/CircleArrowProcess"/>
    <dgm:cxn modelId="{792CE6B2-ED80-4FA4-AA04-A7C0A5A56AAB}" srcId="{72E55752-F5AA-48A9-8112-3E9DB0549CB2}" destId="{F591A255-D79C-4D60-952D-130594BF7FAB}" srcOrd="0" destOrd="0" parTransId="{3F78F3B1-0D37-43D9-B2E7-640E1058A6B7}" sibTransId="{8D45B8DD-6701-4952-9F49-6E6D2FE6593A}"/>
    <dgm:cxn modelId="{BF039FC8-D417-4FC5-9054-51269B7FA7FD}" srcId="{72E55752-F5AA-48A9-8112-3E9DB0549CB2}" destId="{FF6F776E-A9B9-48B1-BC16-A32F48F06E2E}" srcOrd="1" destOrd="0" parTransId="{34BAFF40-AD85-4499-A5B1-A10B10848B33}" sibTransId="{84638395-CF9B-419D-88C8-8F1A7704030B}"/>
    <dgm:cxn modelId="{365EF7BE-7AFB-4956-A035-CAE5C91B022B}" type="presParOf" srcId="{A1A82551-4021-43DB-BAD4-0509C96CC42D}" destId="{34AEC7B7-94B9-4867-BE14-D7D74CCA033B}" srcOrd="0" destOrd="0" presId="urn:microsoft.com/office/officeart/2009/layout/CircleArrowProcess"/>
    <dgm:cxn modelId="{3D51DE3F-2FCA-4306-B080-F391FEC761E0}" type="presParOf" srcId="{34AEC7B7-94B9-4867-BE14-D7D74CCA033B}" destId="{8AC628E2-963C-4AE4-88CA-E3D0A1BBFABD}" srcOrd="0" destOrd="0" presId="urn:microsoft.com/office/officeart/2009/layout/CircleArrowProcess"/>
    <dgm:cxn modelId="{4F602B55-340B-40FE-8D7D-4B8E3936E343}" type="presParOf" srcId="{A1A82551-4021-43DB-BAD4-0509C96CC42D}" destId="{035A8296-79A4-49F7-A99A-5CA080D59839}" srcOrd="1" destOrd="0" presId="urn:microsoft.com/office/officeart/2009/layout/CircleArrowProcess"/>
    <dgm:cxn modelId="{748172ED-A2E7-45D2-8F80-99CBBF9A9623}" type="presParOf" srcId="{A1A82551-4021-43DB-BAD4-0509C96CC42D}" destId="{15FE62CC-D3E7-42D5-B8A2-39ECD35809E4}" srcOrd="2" destOrd="0" presId="urn:microsoft.com/office/officeart/2009/layout/CircleArrowProcess"/>
    <dgm:cxn modelId="{AFA00AE1-5A4D-49F9-AB2D-D4CE4E5870B6}" type="presParOf" srcId="{15FE62CC-D3E7-42D5-B8A2-39ECD35809E4}" destId="{DD59072F-E738-4FDD-8CA5-D937C8E425CB}" srcOrd="0" destOrd="0" presId="urn:microsoft.com/office/officeart/2009/layout/CircleArrowProcess"/>
    <dgm:cxn modelId="{8855D1D6-708C-4D48-B11B-4030A7A2977E}" type="presParOf" srcId="{A1A82551-4021-43DB-BAD4-0509C96CC42D}" destId="{4253F1DE-E8F0-4A61-8CFD-652141E79DB4}" srcOrd="3" destOrd="0" presId="urn:microsoft.com/office/officeart/2009/layout/CircleArrowProcess"/>
    <dgm:cxn modelId="{5CE30E3F-CA25-41B5-96F3-3BB04C7B6753}" type="presParOf" srcId="{A1A82551-4021-43DB-BAD4-0509C96CC42D}" destId="{0966E234-5A07-450C-A126-1B6E682372D1}" srcOrd="4" destOrd="0" presId="urn:microsoft.com/office/officeart/2009/layout/CircleArrowProcess"/>
    <dgm:cxn modelId="{1000487B-4213-4070-A967-602E6A2CC6D3}" type="presParOf" srcId="{0966E234-5A07-450C-A126-1B6E682372D1}" destId="{2ACA6BD7-F57C-44A6-817E-B36A70E1E26C}" srcOrd="0" destOrd="0" presId="urn:microsoft.com/office/officeart/2009/layout/CircleArrowProcess"/>
    <dgm:cxn modelId="{B299AAC9-0FFB-4DCD-8616-6158BB43451A}" type="presParOf" srcId="{A1A82551-4021-43DB-BAD4-0509C96CC42D}" destId="{F5F420B4-D5B8-42E6-ABE5-F104269A815A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F174A-3E5E-4197-950C-346C3FB97F86}">
      <dsp:nvSpPr>
        <dsp:cNvPr id="0" name=""/>
        <dsp:cNvSpPr/>
      </dsp:nvSpPr>
      <dsp:spPr>
        <a:xfrm>
          <a:off x="741" y="858343"/>
          <a:ext cx="1690850" cy="676340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 dirty="0">
              <a:latin typeface="Cambria" panose="02040503050406030204" pitchFamily="18" charset="0"/>
              <a:ea typeface="Cambria" panose="02040503050406030204" pitchFamily="18" charset="0"/>
            </a:rPr>
            <a:t>Sprint 1</a:t>
          </a:r>
        </a:p>
      </dsp:txBody>
      <dsp:txXfrm>
        <a:off x="338911" y="858343"/>
        <a:ext cx="1014510" cy="676340"/>
      </dsp:txXfrm>
    </dsp:sp>
    <dsp:sp modelId="{6D99F54B-457E-42CC-A0B8-857946D7EAE7}">
      <dsp:nvSpPr>
        <dsp:cNvPr id="0" name=""/>
        <dsp:cNvSpPr/>
      </dsp:nvSpPr>
      <dsp:spPr>
        <a:xfrm>
          <a:off x="741" y="1619226"/>
          <a:ext cx="1352680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14300" lvl="1" indent="-114300" algn="ctr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300" b="1" i="0" u="none" kern="1200" dirty="0"/>
            <a:t>Autenticación y perfil</a:t>
          </a:r>
          <a:endParaRPr lang="es-CL" sz="1300" b="1" kern="1200" dirty="0"/>
        </a:p>
      </dsp:txBody>
      <dsp:txXfrm>
        <a:off x="741" y="1619226"/>
        <a:ext cx="1352680" cy="548437"/>
      </dsp:txXfrm>
    </dsp:sp>
    <dsp:sp modelId="{E2A3685E-0C52-42C4-A885-52D7CAC051F0}">
      <dsp:nvSpPr>
        <dsp:cNvPr id="0" name=""/>
        <dsp:cNvSpPr/>
      </dsp:nvSpPr>
      <dsp:spPr>
        <a:xfrm>
          <a:off x="1475592" y="858343"/>
          <a:ext cx="1690850" cy="676340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 dirty="0">
              <a:latin typeface="Cambria" panose="02040503050406030204" pitchFamily="18" charset="0"/>
              <a:ea typeface="Cambria" panose="02040503050406030204" pitchFamily="18" charset="0"/>
            </a:rPr>
            <a:t>Sprint 2</a:t>
          </a:r>
        </a:p>
      </dsp:txBody>
      <dsp:txXfrm>
        <a:off x="1813762" y="858343"/>
        <a:ext cx="1014510" cy="676340"/>
      </dsp:txXfrm>
    </dsp:sp>
    <dsp:sp modelId="{BB859D59-8DAB-461C-912E-8565659967EB}">
      <dsp:nvSpPr>
        <dsp:cNvPr id="0" name=""/>
        <dsp:cNvSpPr/>
      </dsp:nvSpPr>
      <dsp:spPr>
        <a:xfrm>
          <a:off x="1475592" y="1619226"/>
          <a:ext cx="1352680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14300" lvl="1" indent="-114300" algn="ctr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300" b="1" i="0" u="none" kern="1200" dirty="0"/>
            <a:t>Búsqueda y biblioteca</a:t>
          </a:r>
          <a:endParaRPr lang="es-CL" sz="1300" b="1" kern="1200" dirty="0"/>
        </a:p>
      </dsp:txBody>
      <dsp:txXfrm>
        <a:off x="1475592" y="1619226"/>
        <a:ext cx="1352680" cy="548437"/>
      </dsp:txXfrm>
    </dsp:sp>
    <dsp:sp modelId="{F533E3A2-8714-474B-BDC8-879BB4CC7851}">
      <dsp:nvSpPr>
        <dsp:cNvPr id="0" name=""/>
        <dsp:cNvSpPr/>
      </dsp:nvSpPr>
      <dsp:spPr>
        <a:xfrm>
          <a:off x="2950443" y="858343"/>
          <a:ext cx="1690850" cy="676340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 dirty="0">
              <a:latin typeface="Cambria" panose="02040503050406030204" pitchFamily="18" charset="0"/>
              <a:ea typeface="Cambria" panose="02040503050406030204" pitchFamily="18" charset="0"/>
            </a:rPr>
            <a:t>Sprint 3</a:t>
          </a:r>
        </a:p>
      </dsp:txBody>
      <dsp:txXfrm>
        <a:off x="3288613" y="858343"/>
        <a:ext cx="1014510" cy="676340"/>
      </dsp:txXfrm>
    </dsp:sp>
    <dsp:sp modelId="{73D5147E-3B4A-423A-B6D2-A56BF530A39C}">
      <dsp:nvSpPr>
        <dsp:cNvPr id="0" name=""/>
        <dsp:cNvSpPr/>
      </dsp:nvSpPr>
      <dsp:spPr>
        <a:xfrm>
          <a:off x="2950443" y="1619226"/>
          <a:ext cx="1352680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14300" lvl="1" indent="-114300" algn="ctr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300" b="1" i="0" u="none" kern="1200" dirty="0"/>
            <a:t>Seguimiento de lectura y calendario</a:t>
          </a:r>
          <a:endParaRPr lang="es-CL" sz="1300" b="1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2950443" y="1619226"/>
        <a:ext cx="1352680" cy="548437"/>
      </dsp:txXfrm>
    </dsp:sp>
    <dsp:sp modelId="{090BAF1E-8821-460E-A117-74F4D2C0296F}">
      <dsp:nvSpPr>
        <dsp:cNvPr id="0" name=""/>
        <dsp:cNvSpPr/>
      </dsp:nvSpPr>
      <dsp:spPr>
        <a:xfrm>
          <a:off x="4425294" y="858343"/>
          <a:ext cx="1690850" cy="676340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 dirty="0">
              <a:latin typeface="Cambria" panose="02040503050406030204" pitchFamily="18" charset="0"/>
              <a:ea typeface="Cambria" panose="02040503050406030204" pitchFamily="18" charset="0"/>
            </a:rPr>
            <a:t>Sprint 4</a:t>
          </a:r>
        </a:p>
      </dsp:txBody>
      <dsp:txXfrm>
        <a:off x="4763464" y="858343"/>
        <a:ext cx="1014510" cy="676340"/>
      </dsp:txXfrm>
    </dsp:sp>
    <dsp:sp modelId="{B2D0BB5F-BFCA-4D68-AFAC-76C9642C1478}">
      <dsp:nvSpPr>
        <dsp:cNvPr id="0" name=""/>
        <dsp:cNvSpPr/>
      </dsp:nvSpPr>
      <dsp:spPr>
        <a:xfrm>
          <a:off x="4425294" y="1619226"/>
          <a:ext cx="1352680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14300" lvl="1" indent="-114300" algn="ctr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300" b="1" i="0" u="none" kern="1200" dirty="0"/>
            <a:t>Gestión de citas y OCR</a:t>
          </a:r>
          <a:endParaRPr lang="es-CL" sz="1300" b="1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4425294" y="1619226"/>
        <a:ext cx="1352680" cy="548437"/>
      </dsp:txXfrm>
    </dsp:sp>
    <dsp:sp modelId="{FD565D68-9286-48AB-BEA5-078A64901A34}">
      <dsp:nvSpPr>
        <dsp:cNvPr id="0" name=""/>
        <dsp:cNvSpPr/>
      </dsp:nvSpPr>
      <dsp:spPr>
        <a:xfrm>
          <a:off x="5900144" y="858343"/>
          <a:ext cx="1690850" cy="676340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 dirty="0">
              <a:latin typeface="Cambria" panose="02040503050406030204" pitchFamily="18" charset="0"/>
              <a:ea typeface="Cambria" panose="02040503050406030204" pitchFamily="18" charset="0"/>
            </a:rPr>
            <a:t>Sprint 5</a:t>
          </a:r>
        </a:p>
      </dsp:txBody>
      <dsp:txXfrm>
        <a:off x="6238314" y="858343"/>
        <a:ext cx="1014510" cy="676340"/>
      </dsp:txXfrm>
    </dsp:sp>
    <dsp:sp modelId="{3E2380A6-0FA3-4D70-9EE4-EDFABAD7121B}">
      <dsp:nvSpPr>
        <dsp:cNvPr id="0" name=""/>
        <dsp:cNvSpPr/>
      </dsp:nvSpPr>
      <dsp:spPr>
        <a:xfrm>
          <a:off x="5900144" y="1619226"/>
          <a:ext cx="1352680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14300" lvl="1" indent="-114300" algn="ctr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300" b="1" i="0" u="none" kern="1200" dirty="0"/>
            <a:t>Compartir y notificaciones</a:t>
          </a:r>
          <a:endParaRPr lang="es-CL" sz="1300" b="1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5900144" y="1619226"/>
        <a:ext cx="1352680" cy="548437"/>
      </dsp:txXfrm>
    </dsp:sp>
    <dsp:sp modelId="{BF07384F-1314-4A6F-8843-16045C0B0147}">
      <dsp:nvSpPr>
        <dsp:cNvPr id="0" name=""/>
        <dsp:cNvSpPr/>
      </dsp:nvSpPr>
      <dsp:spPr>
        <a:xfrm>
          <a:off x="7374995" y="858343"/>
          <a:ext cx="1690850" cy="676340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 dirty="0">
              <a:latin typeface="Cambria" panose="02040503050406030204" pitchFamily="18" charset="0"/>
              <a:ea typeface="Cambria" panose="02040503050406030204" pitchFamily="18" charset="0"/>
            </a:rPr>
            <a:t>Sprint 6</a:t>
          </a:r>
        </a:p>
      </dsp:txBody>
      <dsp:txXfrm>
        <a:off x="7713165" y="858343"/>
        <a:ext cx="1014510" cy="676340"/>
      </dsp:txXfrm>
    </dsp:sp>
    <dsp:sp modelId="{1E76F0AC-7679-49C6-9ED6-F32B627E46F9}">
      <dsp:nvSpPr>
        <dsp:cNvPr id="0" name=""/>
        <dsp:cNvSpPr/>
      </dsp:nvSpPr>
      <dsp:spPr>
        <a:xfrm>
          <a:off x="7374995" y="1619226"/>
          <a:ext cx="1352680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14300" lvl="1" indent="-114300" algn="ctr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300" b="1" i="0" u="none" kern="1200" dirty="0"/>
            <a:t>Inicio y descubrimiento</a:t>
          </a:r>
          <a:endParaRPr lang="es-CL" sz="1300" b="1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7374995" y="1619226"/>
        <a:ext cx="1352680" cy="548437"/>
      </dsp:txXfrm>
    </dsp:sp>
    <dsp:sp modelId="{A1815D7C-F314-46EB-99D0-4B03F806ADAB}">
      <dsp:nvSpPr>
        <dsp:cNvPr id="0" name=""/>
        <dsp:cNvSpPr/>
      </dsp:nvSpPr>
      <dsp:spPr>
        <a:xfrm>
          <a:off x="8849846" y="858343"/>
          <a:ext cx="1690850" cy="676340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 dirty="0">
              <a:latin typeface="Cambria" panose="02040503050406030204" pitchFamily="18" charset="0"/>
              <a:ea typeface="Cambria" panose="02040503050406030204" pitchFamily="18" charset="0"/>
            </a:rPr>
            <a:t>Cierre</a:t>
          </a:r>
        </a:p>
      </dsp:txBody>
      <dsp:txXfrm>
        <a:off x="9188016" y="858343"/>
        <a:ext cx="1014510" cy="676340"/>
      </dsp:txXfrm>
    </dsp:sp>
    <dsp:sp modelId="{3D2721D6-7420-46DF-BE5F-EE213ECAF9FB}">
      <dsp:nvSpPr>
        <dsp:cNvPr id="0" name=""/>
        <dsp:cNvSpPr/>
      </dsp:nvSpPr>
      <dsp:spPr>
        <a:xfrm>
          <a:off x="8849846" y="1619226"/>
          <a:ext cx="1352680" cy="548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114300" lvl="1" indent="-114300" algn="ctr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s-CL" sz="1300" b="1" i="0" u="none" kern="1200" dirty="0"/>
            <a:t>Ajustes finales</a:t>
          </a:r>
          <a:endParaRPr lang="es-CL" sz="1300" b="1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8849846" y="1619226"/>
        <a:ext cx="1352680" cy="5484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30B1C9-AFC4-4ADC-8D7C-23D16A6902DD}">
      <dsp:nvSpPr>
        <dsp:cNvPr id="0" name=""/>
        <dsp:cNvSpPr/>
      </dsp:nvSpPr>
      <dsp:spPr>
        <a:xfrm>
          <a:off x="911725" y="1178748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CDC8B-C9BA-4259-93FF-1B562DD8DC76}">
      <dsp:nvSpPr>
        <dsp:cNvPr id="0" name=""/>
        <dsp:cNvSpPr/>
      </dsp:nvSpPr>
      <dsp:spPr>
        <a:xfrm>
          <a:off x="416725" y="225891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>
              <a:latin typeface="Cambria" panose="02040503050406030204" pitchFamily="18" charset="0"/>
              <a:ea typeface="Cambria" panose="02040503050406030204" pitchFamily="18" charset="0"/>
            </a:rPr>
            <a:t>Experiencia</a:t>
          </a:r>
          <a:r>
            <a:rPr lang="en-US" sz="1400" b="1" kern="1200" dirty="0">
              <a:latin typeface="Cambria" panose="02040503050406030204" pitchFamily="18" charset="0"/>
              <a:ea typeface="Cambria" panose="02040503050406030204" pitchFamily="18" charset="0"/>
            </a:rPr>
            <a:t> de </a:t>
          </a:r>
          <a:r>
            <a:rPr lang="en-US" sz="1400" b="1" kern="1200" dirty="0" err="1">
              <a:latin typeface="Cambria" panose="02040503050406030204" pitchFamily="18" charset="0"/>
              <a:ea typeface="Cambria" panose="02040503050406030204" pitchFamily="18" charset="0"/>
            </a:rPr>
            <a:t>usuario</a:t>
          </a:r>
          <a:endParaRPr lang="en-US" sz="1400" b="1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416725" y="2258915"/>
        <a:ext cx="1800000" cy="720000"/>
      </dsp:txXfrm>
    </dsp:sp>
    <dsp:sp modelId="{15A5A435-BE31-4DC5-A3CF-4362B4CF6CB1}">
      <dsp:nvSpPr>
        <dsp:cNvPr id="0" name=""/>
        <dsp:cNvSpPr/>
      </dsp:nvSpPr>
      <dsp:spPr>
        <a:xfrm>
          <a:off x="3026725" y="1178748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328C2F-0B55-4E1D-81F6-09F05C674172}">
      <dsp:nvSpPr>
        <dsp:cNvPr id="0" name=""/>
        <dsp:cNvSpPr/>
      </dsp:nvSpPr>
      <dsp:spPr>
        <a:xfrm>
          <a:off x="2531725" y="225891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>
              <a:latin typeface="Cambria" panose="02040503050406030204" pitchFamily="18" charset="0"/>
              <a:ea typeface="Cambria" panose="02040503050406030204" pitchFamily="18" charset="0"/>
            </a:rPr>
            <a:t>Rendimiento</a:t>
          </a:r>
          <a:endParaRPr lang="en-US" sz="1400" b="1" kern="1200" dirty="0"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2531725" y="2258915"/>
        <a:ext cx="1800000" cy="720000"/>
      </dsp:txXfrm>
    </dsp:sp>
    <dsp:sp modelId="{DC259A2E-3AD1-40F5-86FF-93C8E609A894}">
      <dsp:nvSpPr>
        <dsp:cNvPr id="0" name=""/>
        <dsp:cNvSpPr/>
      </dsp:nvSpPr>
      <dsp:spPr>
        <a:xfrm>
          <a:off x="5141725" y="1178748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755967-E56E-49AB-AD52-6808115F8615}">
      <dsp:nvSpPr>
        <dsp:cNvPr id="0" name=""/>
        <dsp:cNvSpPr/>
      </dsp:nvSpPr>
      <dsp:spPr>
        <a:xfrm>
          <a:off x="4646725" y="225891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 err="1">
              <a:latin typeface="Cambria" panose="02040503050406030204" pitchFamily="18" charset="0"/>
              <a:ea typeface="Cambria" panose="02040503050406030204" pitchFamily="18" charset="0"/>
            </a:rPr>
            <a:t>Seguridad</a:t>
          </a:r>
          <a:r>
            <a:rPr lang="en-US" sz="1400" b="1" kern="1200" dirty="0">
              <a:latin typeface="Cambria" panose="02040503050406030204" pitchFamily="18" charset="0"/>
              <a:ea typeface="Cambria" panose="02040503050406030204" pitchFamily="18" charset="0"/>
            </a:rPr>
            <a:t> de session</a:t>
          </a:r>
        </a:p>
      </dsp:txBody>
      <dsp:txXfrm>
        <a:off x="4646725" y="2258915"/>
        <a:ext cx="1800000" cy="720000"/>
      </dsp:txXfrm>
    </dsp:sp>
    <dsp:sp modelId="{43784074-0185-4703-BEA8-C7341ACCE9DD}">
      <dsp:nvSpPr>
        <dsp:cNvPr id="0" name=""/>
        <dsp:cNvSpPr/>
      </dsp:nvSpPr>
      <dsp:spPr>
        <a:xfrm>
          <a:off x="7256725" y="1178748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60FD85-A061-4917-8C2E-EE6F5DB911CA}">
      <dsp:nvSpPr>
        <dsp:cNvPr id="0" name=""/>
        <dsp:cNvSpPr/>
      </dsp:nvSpPr>
      <dsp:spPr>
        <a:xfrm>
          <a:off x="6761725" y="225891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Cambria" panose="02040503050406030204" pitchFamily="18" charset="0"/>
              <a:ea typeface="Cambria" panose="02040503050406030204" pitchFamily="18" charset="0"/>
            </a:rPr>
            <a:t>Integridad de datos</a:t>
          </a:r>
        </a:p>
      </dsp:txBody>
      <dsp:txXfrm>
        <a:off x="6761725" y="2258915"/>
        <a:ext cx="1800000" cy="720000"/>
      </dsp:txXfrm>
    </dsp:sp>
    <dsp:sp modelId="{D3F56232-628B-462C-9288-3B0F3614E6FA}">
      <dsp:nvSpPr>
        <dsp:cNvPr id="0" name=""/>
        <dsp:cNvSpPr/>
      </dsp:nvSpPr>
      <dsp:spPr>
        <a:xfrm>
          <a:off x="9371725" y="1178748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6A008A-351D-46F8-A1EF-E2D54C03552E}">
      <dsp:nvSpPr>
        <dsp:cNvPr id="0" name=""/>
        <dsp:cNvSpPr/>
      </dsp:nvSpPr>
      <dsp:spPr>
        <a:xfrm>
          <a:off x="8876725" y="2258915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>
              <a:latin typeface="Cambria" panose="02040503050406030204" pitchFamily="18" charset="0"/>
              <a:ea typeface="Cambria" panose="02040503050406030204" pitchFamily="18" charset="0"/>
            </a:rPr>
            <a:t>Internacionalización</a:t>
          </a:r>
        </a:p>
      </dsp:txBody>
      <dsp:txXfrm>
        <a:off x="8876725" y="2258915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C628E2-963C-4AE4-88CA-E3D0A1BBFABD}">
      <dsp:nvSpPr>
        <dsp:cNvPr id="0" name=""/>
        <dsp:cNvSpPr/>
      </dsp:nvSpPr>
      <dsp:spPr>
        <a:xfrm>
          <a:off x="852147" y="15030"/>
          <a:ext cx="1474710" cy="1474935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35A8296-79A4-49F7-A99A-5CA080D59839}">
      <dsp:nvSpPr>
        <dsp:cNvPr id="0" name=""/>
        <dsp:cNvSpPr/>
      </dsp:nvSpPr>
      <dsp:spPr>
        <a:xfrm>
          <a:off x="1178107" y="547527"/>
          <a:ext cx="819468" cy="409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 dirty="0">
              <a:latin typeface="Cambria" panose="02040503050406030204" pitchFamily="18" charset="0"/>
              <a:ea typeface="Cambria" panose="02040503050406030204" pitchFamily="18" charset="0"/>
            </a:rPr>
            <a:t>Sprint 5</a:t>
          </a:r>
        </a:p>
      </dsp:txBody>
      <dsp:txXfrm>
        <a:off x="1178107" y="547527"/>
        <a:ext cx="819468" cy="409636"/>
      </dsp:txXfrm>
    </dsp:sp>
    <dsp:sp modelId="{DD59072F-E738-4FDD-8CA5-D937C8E425CB}">
      <dsp:nvSpPr>
        <dsp:cNvPr id="0" name=""/>
        <dsp:cNvSpPr/>
      </dsp:nvSpPr>
      <dsp:spPr>
        <a:xfrm>
          <a:off x="442551" y="862490"/>
          <a:ext cx="1474710" cy="1474935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gradFill rotWithShape="0">
          <a:gsLst>
            <a:gs pos="0">
              <a:schemeClr val="accent3">
                <a:hueOff val="2058582"/>
                <a:satOff val="12356"/>
                <a:lumOff val="941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2058582"/>
                <a:satOff val="12356"/>
                <a:lumOff val="941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2058582"/>
                <a:satOff val="12356"/>
                <a:lumOff val="941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253F1DE-E8F0-4A61-8CFD-652141E79DB4}">
      <dsp:nvSpPr>
        <dsp:cNvPr id="0" name=""/>
        <dsp:cNvSpPr/>
      </dsp:nvSpPr>
      <dsp:spPr>
        <a:xfrm>
          <a:off x="770172" y="1399888"/>
          <a:ext cx="819468" cy="409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 dirty="0">
              <a:latin typeface="Cambria" panose="02040503050406030204" pitchFamily="18" charset="0"/>
              <a:ea typeface="Cambria" panose="02040503050406030204" pitchFamily="18" charset="0"/>
            </a:rPr>
            <a:t>Sprint 6</a:t>
          </a:r>
        </a:p>
      </dsp:txBody>
      <dsp:txXfrm>
        <a:off x="770172" y="1399888"/>
        <a:ext cx="819468" cy="409636"/>
      </dsp:txXfrm>
    </dsp:sp>
    <dsp:sp modelId="{2ACA6BD7-F57C-44A6-817E-B36A70E1E26C}">
      <dsp:nvSpPr>
        <dsp:cNvPr id="0" name=""/>
        <dsp:cNvSpPr/>
      </dsp:nvSpPr>
      <dsp:spPr>
        <a:xfrm>
          <a:off x="957108" y="1811363"/>
          <a:ext cx="1267005" cy="1267512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gradFill rotWithShape="0">
          <a:gsLst>
            <a:gs pos="0">
              <a:schemeClr val="accent3">
                <a:hueOff val="4117163"/>
                <a:satOff val="24712"/>
                <a:lumOff val="188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4117163"/>
                <a:satOff val="24712"/>
                <a:lumOff val="188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4117163"/>
                <a:satOff val="24712"/>
                <a:lumOff val="188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5F420B4-D5B8-42E6-ABE5-F104269A815A}">
      <dsp:nvSpPr>
        <dsp:cNvPr id="0" name=""/>
        <dsp:cNvSpPr/>
      </dsp:nvSpPr>
      <dsp:spPr>
        <a:xfrm>
          <a:off x="1180045" y="2253476"/>
          <a:ext cx="819468" cy="4096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600" kern="1200" dirty="0">
              <a:latin typeface="Cambria" panose="02040503050406030204" pitchFamily="18" charset="0"/>
              <a:ea typeface="Cambria" panose="02040503050406030204" pitchFamily="18" charset="0"/>
            </a:rPr>
            <a:t>Cierre</a:t>
          </a:r>
        </a:p>
      </dsp:txBody>
      <dsp:txXfrm>
        <a:off x="1180045" y="2253476"/>
        <a:ext cx="819468" cy="409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6E698F-9404-CEDE-08A3-51B6DBC6E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47871B-D8F9-0EEE-AE86-4CA876BF14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C6EB7D-5E59-632E-2DDC-4886DC7DB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39F6-4AD4-436B-B7ED-8C08F85F44B5}" type="datetimeFigureOut">
              <a:rPr lang="es-CL" smtClean="0"/>
              <a:t>04-10-2026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8B175E4-9E97-5B72-33EF-E0331669C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394820-D795-2D74-B381-4F6EE75B1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C63D8-C905-4C07-B0EF-49939A90B4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134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0B319F-35F5-DA9F-8B72-7BEAC7E84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A4E6FC-62C8-10E0-8A09-D3C2C7718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8BFE18-B8CE-F1DE-F46B-C4C67FF32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39F6-4AD4-436B-B7ED-8C08F85F44B5}" type="datetimeFigureOut">
              <a:rPr lang="es-CL" smtClean="0"/>
              <a:t>04-10-2026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BE6DFE-FB2B-3C1B-C54D-AAF8EDB43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2B724F-069D-E5EA-9E04-E9DC5CAA2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C63D8-C905-4C07-B0EF-49939A90B4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64152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9276CC-C998-3A1A-99A4-794A4CA0C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CEDD19-A902-8DB7-6390-8868B08C7C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132368-E395-D9A9-98A9-4E1034E63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39F6-4AD4-436B-B7ED-8C08F85F44B5}" type="datetimeFigureOut">
              <a:rPr lang="es-CL" smtClean="0"/>
              <a:t>04-10-2026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69C571-5E1B-E4F0-DEF6-7D784E35B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05DD23-C009-6842-F9C2-82744982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C63D8-C905-4C07-B0EF-49939A90B4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22058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FD48D1-5D4C-B588-2FFA-8FE0988F4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0E98E1-1346-F6EE-166F-A9AAD4496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C2D003-6EDC-7E1F-FB93-6958534D5E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701FE81-55A6-68BD-F971-6FCC44446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39F6-4AD4-436B-B7ED-8C08F85F44B5}" type="datetimeFigureOut">
              <a:rPr lang="es-CL" smtClean="0"/>
              <a:t>04-10-2026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CDD619-F2EF-7E89-E7AE-32A03EA50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95ECEE-64C0-7EEC-B462-5682E5361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C63D8-C905-4C07-B0EF-49939A90B4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6713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58C79-F1A7-8EDF-8AA7-38AD92BEC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FFE9C9-95F6-6533-1ABA-B44BD08F0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554901-7A46-57B1-26E7-71C8DE72C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7DCDCB6-DE7D-28CD-032B-1808875424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23D5CD-97BB-087F-6553-802895CF1C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E2C4E22-17D6-BE0F-3664-35F4511B7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39F6-4AD4-436B-B7ED-8C08F85F44B5}" type="datetimeFigureOut">
              <a:rPr lang="es-CL" smtClean="0"/>
              <a:t>04-10-2026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C5A85E9-D9BB-3495-2DF2-3FFAF986A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5846A58-536C-9C2E-65FA-42CB4B7F6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C63D8-C905-4C07-B0EF-49939A90B4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1313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FEEC2-C39F-8414-6D8A-13E7E61F7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F799E8-DC49-7E84-0706-70A0D2BD6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39F6-4AD4-436B-B7ED-8C08F85F44B5}" type="datetimeFigureOut">
              <a:rPr lang="es-CL" smtClean="0"/>
              <a:t>04-10-2026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DA5B26F-9021-1344-9A45-2857AC886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0FBD05-17AB-C215-F758-81A77B93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C63D8-C905-4C07-B0EF-49939A90B4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14109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1B48045-9CA5-6C62-97F1-220588CBE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39F6-4AD4-436B-B7ED-8C08F85F44B5}" type="datetimeFigureOut">
              <a:rPr lang="es-CL" smtClean="0"/>
              <a:t>04-10-2026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02E02D-0506-0E00-EA5D-27EEA89B8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69AD43-ADE0-D0E0-C1EC-49ADA2878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C63D8-C905-4C07-B0EF-49939A90B4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0304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814E60-0708-7C76-5453-DBC2B54FD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DBA51F-A76D-EC37-EED1-AE474E09C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C5F6D4-33ED-E6BD-C0AB-1ACED214B5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CC773D-5BB4-A1DF-599A-A553C5747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39F6-4AD4-436B-B7ED-8C08F85F44B5}" type="datetimeFigureOut">
              <a:rPr lang="es-CL" smtClean="0"/>
              <a:t>04-10-2026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1906AE-20FB-1321-6365-B5FFFA6B9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4CA13F-FA38-DAEF-2729-F44BC58F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C63D8-C905-4C07-B0EF-49939A90B4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2961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EE9745-6EF1-3A23-AD72-0650AD83A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E8195A7-B6EE-05FA-AA33-36BD227DDD0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AB7B1E-DDC8-B658-2591-E017D2D733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9D879A-F0FE-23A8-1D36-D42F4197C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39F6-4AD4-436B-B7ED-8C08F85F44B5}" type="datetimeFigureOut">
              <a:rPr lang="es-CL" smtClean="0"/>
              <a:t>04-10-2026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567F1F6-A9ED-095B-092F-939C64D40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61AF3-05CC-572D-E0EC-7A85C64C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C63D8-C905-4C07-B0EF-49939A90B4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88646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AFB24D-D493-AA9C-8A42-89A5B8865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9E16E08-EE5B-8D9C-B370-03357E5079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AA501E-0592-BA1B-E09B-B4647695B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39F6-4AD4-436B-B7ED-8C08F85F44B5}" type="datetimeFigureOut">
              <a:rPr lang="es-CL" smtClean="0"/>
              <a:t>04-10-2026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4E406E-7359-E8B7-B9D9-D7EF55175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20AD61-2A3B-F9D5-AAFA-08F029F8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C63D8-C905-4C07-B0EF-49939A90B4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63529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2AC9893-ECFF-44EA-1F75-E7EFA0830F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779B087-BBFA-7BC2-A2EF-7DFB308224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1EA0E04-787C-A85E-EA54-BFEA12DD0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839F6-4AD4-436B-B7ED-8C08F85F44B5}" type="datetimeFigureOut">
              <a:rPr lang="es-CL" smtClean="0"/>
              <a:t>04-10-2026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221A5A-B3D9-769B-9630-165B1D794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2A31D3-D120-6777-3FF8-64FBE229E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C63D8-C905-4C07-B0EF-49939A90B4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29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8212785-EEA7-9B3D-BB1C-CFDAAE2E8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E4EBC1-188B-AC55-76A8-6A41A4425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4FAEA1-B8C8-AC67-AC3D-66037F717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839F6-4AD4-436B-B7ED-8C08F85F44B5}" type="datetimeFigureOut">
              <a:rPr lang="es-CL" smtClean="0"/>
              <a:t>04-10-2026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D2356A-E4D4-CB8A-CCDA-AC3D9AB39F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89853A-0B37-5D2E-CCCA-EC1FBADDC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BC63D8-C905-4C07-B0EF-49939A90B4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7169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8.png"/><Relationship Id="rId5" Type="http://schemas.openxmlformats.org/officeDocument/2006/relationships/diagramQuickStyle" Target="../diagrams/quickStyle1.xml"/><Relationship Id="rId15" Type="http://schemas.openxmlformats.org/officeDocument/2006/relationships/image" Target="../media/image12.jpeg"/><Relationship Id="rId10" Type="http://schemas.openxmlformats.org/officeDocument/2006/relationships/image" Target="../media/image7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/mnt/data/hilo_pptx_unzipped/ppt/media/image1.png">
            <a:extLst>
              <a:ext uri="{FF2B5EF4-FFF2-40B4-BE49-F238E27FC236}">
                <a16:creationId xmlns:a16="http://schemas.microsoft.com/office/drawing/2014/main" id="{03CF4018-43FB-A1D9-35F1-7C23EC6E9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381190"/>
            <a:ext cx="1676400" cy="3714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74A1F91-9F34-8561-F675-197F6580D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17759"/>
            <a:ext cx="9531096" cy="752157"/>
          </a:xfrm>
        </p:spPr>
        <p:txBody>
          <a:bodyPr>
            <a:normAutofit fontScale="90000"/>
          </a:bodyPr>
          <a:lstStyle/>
          <a:p>
            <a:pPr algn="l"/>
            <a:r>
              <a:rPr lang="es-CL" b="1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84C644-7FC7-7A65-9033-72DE955B4E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020823"/>
            <a:ext cx="9531096" cy="3387883"/>
          </a:xfrm>
        </p:spPr>
        <p:txBody>
          <a:bodyPr>
            <a:normAutofit lnSpcReduction="10000"/>
          </a:bodyPr>
          <a:lstStyle/>
          <a:p>
            <a:pPr algn="l"/>
            <a:r>
              <a:rPr lang="es-CL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Aplicación móvil de seguimiento de lectura</a:t>
            </a:r>
            <a:endParaRPr lang="es-CL" b="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s-CL" sz="18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Proyecto</a:t>
            </a:r>
            <a:r>
              <a:rPr lang="es-CL" sz="18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s-CL" sz="18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APT – Fase 2</a:t>
            </a:r>
            <a:br>
              <a:rPr lang="es-CL" sz="1800" b="1" dirty="0">
                <a:solidFill>
                  <a:schemeClr val="accent2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s-CL" sz="1800" b="1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endParaRPr lang="es-CL" sz="1800" b="1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s-CL" sz="1400" b="1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Integrantes: 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L" sz="1400" dirty="0">
                <a:latin typeface="Cambria" panose="02040503050406030204" pitchFamily="18" charset="0"/>
                <a:ea typeface="Cambria" panose="02040503050406030204" pitchFamily="18" charset="0"/>
              </a:rPr>
              <a:t>Dayana Hoyos Riascos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CL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Yhonneider</a:t>
            </a:r>
            <a:r>
              <a:rPr lang="es-CL" sz="1400" dirty="0">
                <a:latin typeface="Cambria" panose="02040503050406030204" pitchFamily="18" charset="0"/>
                <a:ea typeface="Cambria" panose="02040503050406030204" pitchFamily="18" charset="0"/>
              </a:rPr>
              <a:t> Vivas Molina</a:t>
            </a:r>
          </a:p>
          <a:p>
            <a:pPr algn="l"/>
            <a:br>
              <a:rPr lang="es-CL" sz="1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s-CL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l"/>
            <a:r>
              <a:rPr lang="es-CL" sz="1400" b="1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Profesor: </a:t>
            </a:r>
          </a:p>
          <a:p>
            <a:pPr algn="l"/>
            <a:r>
              <a:rPr lang="es-CL" sz="1400" dirty="0">
                <a:latin typeface="Cambria" panose="02040503050406030204" pitchFamily="18" charset="0"/>
                <a:ea typeface="Cambria" panose="02040503050406030204" pitchFamily="18" charset="0"/>
              </a:rPr>
              <a:t>Jorge Guzmán</a:t>
            </a:r>
          </a:p>
          <a:p>
            <a:endParaRPr lang="es-CL" sz="1800" b="1" dirty="0">
              <a:solidFill>
                <a:schemeClr val="accent2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24CF7E3-39AF-4ED3-AF32-943DB207D64A}"/>
              </a:ext>
            </a:extLst>
          </p:cNvPr>
          <p:cNvSpPr txBox="1"/>
          <p:nvPr/>
        </p:nvSpPr>
        <p:spPr>
          <a:xfrm>
            <a:off x="2626614" y="255131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b="0" dirty="0">
                <a:effectLst/>
              </a:rPr>
              <a:t> </a:t>
            </a:r>
            <a:endParaRPr lang="es-CL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81C6D4CB-953A-94B4-CF83-DFFA223815DE}"/>
              </a:ext>
            </a:extLst>
          </p:cNvPr>
          <p:cNvCxnSpPr/>
          <p:nvPr/>
        </p:nvCxnSpPr>
        <p:spPr>
          <a:xfrm>
            <a:off x="1524000" y="1869916"/>
            <a:ext cx="9531096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Imagen 8" descr="/mnt/data/hilo_pptx_unzipped/ppt/media/image5.png">
            <a:extLst>
              <a:ext uri="{FF2B5EF4-FFF2-40B4-BE49-F238E27FC236}">
                <a16:creationId xmlns:a16="http://schemas.microsoft.com/office/drawing/2014/main" id="{50DDEC1E-B0B0-34C6-52E0-37B02DAC21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492" y="2359300"/>
            <a:ext cx="4070604" cy="304940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89665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6A34C-972C-1487-2C38-24CA52A58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/mnt/data/hilo_pptx_unzipped/ppt/media/image1.png">
            <a:extLst>
              <a:ext uri="{FF2B5EF4-FFF2-40B4-BE49-F238E27FC236}">
                <a16:creationId xmlns:a16="http://schemas.microsoft.com/office/drawing/2014/main" id="{9ADC7B5E-A766-172D-9354-7F29044ED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381190"/>
            <a:ext cx="1676400" cy="3714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D77A3C6-50DC-D043-EBDC-25824B2A36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768" y="838899"/>
            <a:ext cx="9144000" cy="560133"/>
          </a:xfrm>
        </p:spPr>
        <p:txBody>
          <a:bodyPr>
            <a:normAutofit/>
          </a:bodyPr>
          <a:lstStyle/>
          <a:p>
            <a:pPr algn="l"/>
            <a:r>
              <a:rPr lang="es-CL" sz="3200" b="1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Problema detectado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0F306B-EDF5-B707-835C-5161D37CE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21024" y="1765301"/>
            <a:ext cx="7671816" cy="1655762"/>
          </a:xfrm>
        </p:spPr>
        <p:txBody>
          <a:bodyPr>
            <a:normAutofit/>
          </a:bodyPr>
          <a:lstStyle/>
          <a:p>
            <a:pPr algn="just"/>
            <a:r>
              <a:rPr lang="es-MX" sz="18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Los lectores al momento de registrar sus actividades lo hacen a través de diversas aplicaciones y algunos otros no registran sus hábitos de lectura.</a:t>
            </a:r>
            <a:endParaRPr lang="es-MX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algn="just"/>
            <a:r>
              <a:rPr lang="es-MX" sz="1800" dirty="0">
                <a:latin typeface="Cambria" panose="02040503050406030204" pitchFamily="18" charset="0"/>
                <a:ea typeface="Cambria" panose="02040503050406030204" pitchFamily="18" charset="0"/>
                <a:sym typeface="Cambria"/>
              </a:rPr>
              <a:t>El 59,6% de los lectores no registra su progreso de lectura, lo que evidencia una falta de herramientas que motiven y faciliten la creación de este hábito. </a:t>
            </a:r>
          </a:p>
          <a:p>
            <a:pPr algn="r"/>
            <a:r>
              <a:rPr lang="es-MX" sz="1100" b="1" dirty="0">
                <a:solidFill>
                  <a:srgbClr val="3F3F3F"/>
                </a:solidFill>
                <a:latin typeface="Cambria" panose="02040503050406030204" pitchFamily="18" charset="0"/>
                <a:ea typeface="Cambria" panose="02040503050406030204" pitchFamily="18" charset="0"/>
                <a:sym typeface="Calibri"/>
              </a:rPr>
              <a:t>Encuesta de validación – Google Form </a:t>
            </a:r>
            <a:endParaRPr lang="es-MX" sz="1100" b="1" dirty="0">
              <a:solidFill>
                <a:srgbClr val="3F3F3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s-MX" dirty="0"/>
          </a:p>
          <a:p>
            <a:endParaRPr lang="es-CL" dirty="0"/>
          </a:p>
        </p:txBody>
      </p:sp>
      <p:pic>
        <p:nvPicPr>
          <p:cNvPr id="5" name="Imagen 4" descr="infeliz niña rodeado por libros estudiar teniendo problemas a colegio o  universidad. trastornado estudiante llorando con educación nubes.  conocimiento concepto. vector ilustración. 27481419 Vector en Vecteezy">
            <a:extLst>
              <a:ext uri="{FF2B5EF4-FFF2-40B4-BE49-F238E27FC236}">
                <a16:creationId xmlns:a16="http://schemas.microsoft.com/office/drawing/2014/main" id="{C614C0CC-1097-1B0C-8D2F-FABEB5AFE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7" y="1696023"/>
            <a:ext cx="2859023" cy="190601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AD4A7AEA-F23C-D53C-2758-AD47760ECED3}"/>
              </a:ext>
            </a:extLst>
          </p:cNvPr>
          <p:cNvSpPr txBox="1"/>
          <p:nvPr/>
        </p:nvSpPr>
        <p:spPr>
          <a:xfrm>
            <a:off x="810768" y="4029899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3200" b="1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Solución propuesta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FF9A362-3FDD-5291-E9DB-DDD363D80E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9360" y="3325269"/>
            <a:ext cx="2156840" cy="32352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E9817767-A018-5281-10D7-3EC7D50DB93F}"/>
              </a:ext>
            </a:extLst>
          </p:cNvPr>
          <p:cNvSpPr txBox="1"/>
          <p:nvPr/>
        </p:nvSpPr>
        <p:spPr>
          <a:xfrm>
            <a:off x="810768" y="4761845"/>
            <a:ext cx="86119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latin typeface="Cambria"/>
                <a:ea typeface="Cambria"/>
                <a:cs typeface="Cambria"/>
                <a:sym typeface="Cambria"/>
              </a:rPr>
              <a:t>Desarrollar una aplicación móvil llamada Hilo que ayude a registrar, visualizar, almacenar citas, compartir y descubrir nuevos libros sin dispersar el registro en varias herramientas.</a:t>
            </a:r>
          </a:p>
        </p:txBody>
      </p:sp>
    </p:spTree>
    <p:extLst>
      <p:ext uri="{BB962C8B-B14F-4D97-AF65-F5344CB8AC3E}">
        <p14:creationId xmlns:p14="http://schemas.microsoft.com/office/powerpoint/2010/main" val="2666499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B06E7-81AA-BA30-873D-B00450836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/mnt/data/hilo_pptx_unzipped/ppt/media/image1.png">
            <a:extLst>
              <a:ext uri="{FF2B5EF4-FFF2-40B4-BE49-F238E27FC236}">
                <a16:creationId xmlns:a16="http://schemas.microsoft.com/office/drawing/2014/main" id="{5C3E8E92-FA48-43E1-8365-F2704119D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381190"/>
            <a:ext cx="1676400" cy="371475"/>
          </a:xfrm>
          <a:prstGeom prst="rect">
            <a:avLst/>
          </a:prstGeom>
        </p:spPr>
      </p:pic>
      <p:sp>
        <p:nvSpPr>
          <p:cNvPr id="17" name="Google Shape;193;p7">
            <a:extLst>
              <a:ext uri="{FF2B5EF4-FFF2-40B4-BE49-F238E27FC236}">
                <a16:creationId xmlns:a16="http://schemas.microsoft.com/office/drawing/2014/main" id="{6CB9DA8C-461E-4307-B8C9-5709AE09CF3F}"/>
              </a:ext>
            </a:extLst>
          </p:cNvPr>
          <p:cNvSpPr/>
          <p:nvPr/>
        </p:nvSpPr>
        <p:spPr>
          <a:xfrm>
            <a:off x="2229393" y="1116341"/>
            <a:ext cx="9370423" cy="4271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661BD92-72AC-20D5-2355-7EE81944AA1D}"/>
              </a:ext>
            </a:extLst>
          </p:cNvPr>
          <p:cNvSpPr txBox="1"/>
          <p:nvPr/>
        </p:nvSpPr>
        <p:spPr>
          <a:xfrm>
            <a:off x="772495" y="758283"/>
            <a:ext cx="59914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+mj-cs"/>
                <a:sym typeface="Cambria"/>
              </a:rPr>
              <a:t>Metodología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sym typeface="Cambria"/>
              </a:rPr>
              <a:t> </a:t>
            </a:r>
            <a:endParaRPr lang="es-CL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D39C2CC3-2FFB-202F-D61F-48DF911F71AC}"/>
              </a:ext>
            </a:extLst>
          </p:cNvPr>
          <p:cNvSpPr txBox="1"/>
          <p:nvPr/>
        </p:nvSpPr>
        <p:spPr>
          <a:xfrm>
            <a:off x="1218172" y="4999349"/>
            <a:ext cx="9321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  <a:sym typeface="Cambria"/>
              </a:rPr>
              <a:t>Swift</a:t>
            </a:r>
            <a:endParaRPr lang="es-CL" sz="1600" dirty="0"/>
          </a:p>
        </p:txBody>
      </p:sp>
      <p:graphicFrame>
        <p:nvGraphicFramePr>
          <p:cNvPr id="36" name="Diagrama 35">
            <a:extLst>
              <a:ext uri="{FF2B5EF4-FFF2-40B4-BE49-F238E27FC236}">
                <a16:creationId xmlns:a16="http://schemas.microsoft.com/office/drawing/2014/main" id="{6D11D5A0-8F4B-7B99-3B18-034A2A1CE5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271496"/>
              </p:ext>
            </p:extLst>
          </p:nvPr>
        </p:nvGraphicFramePr>
        <p:xfrm>
          <a:off x="1218170" y="1204710"/>
          <a:ext cx="10541439" cy="3026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8" name="Google Shape;223;p8" descr="tech_xcode_1B3A4B.png">
            <a:extLst>
              <a:ext uri="{FF2B5EF4-FFF2-40B4-BE49-F238E27FC236}">
                <a16:creationId xmlns:a16="http://schemas.microsoft.com/office/drawing/2014/main" id="{712AC05B-D464-C41C-A2F8-4FBD93B8B3F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644255" y="4838621"/>
            <a:ext cx="497074" cy="499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224;p8" descr="tech_google_1B3A4B.png">
            <a:extLst>
              <a:ext uri="{FF2B5EF4-FFF2-40B4-BE49-F238E27FC236}">
                <a16:creationId xmlns:a16="http://schemas.microsoft.com/office/drawing/2014/main" id="{BB0A5DF7-A550-40BE-27C4-DE39A7C0D98C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902832" y="5475565"/>
            <a:ext cx="388651" cy="413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226;p8" descr="tech_swift_1B3A4B.png">
            <a:extLst>
              <a:ext uri="{FF2B5EF4-FFF2-40B4-BE49-F238E27FC236}">
                <a16:creationId xmlns:a16="http://schemas.microsoft.com/office/drawing/2014/main" id="{3ED16A50-AA33-1B20-9D9E-D449E7912B36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72495" y="4907818"/>
            <a:ext cx="497071" cy="466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228;p8" descr="tech_supabase_1B3A4B.png">
            <a:extLst>
              <a:ext uri="{FF2B5EF4-FFF2-40B4-BE49-F238E27FC236}">
                <a16:creationId xmlns:a16="http://schemas.microsoft.com/office/drawing/2014/main" id="{C95A6867-BA09-2D11-2EDB-66DE1C2F8795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942856" y="4838621"/>
            <a:ext cx="266653" cy="4130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230;p8" descr="tech_git_1B3A4B.png">
            <a:extLst>
              <a:ext uri="{FF2B5EF4-FFF2-40B4-BE49-F238E27FC236}">
                <a16:creationId xmlns:a16="http://schemas.microsoft.com/office/drawing/2014/main" id="{8961A021-1E31-B077-7AC3-8F56F3611062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331980" y="5062555"/>
            <a:ext cx="388651" cy="413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233;p8">
            <a:extLst>
              <a:ext uri="{FF2B5EF4-FFF2-40B4-BE49-F238E27FC236}">
                <a16:creationId xmlns:a16="http://schemas.microsoft.com/office/drawing/2014/main" id="{46E4034F-EC9D-AACB-A574-AC67DE5EB63F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72495" y="5395904"/>
            <a:ext cx="497071" cy="499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234;p8">
            <a:extLst>
              <a:ext uri="{FF2B5EF4-FFF2-40B4-BE49-F238E27FC236}">
                <a16:creationId xmlns:a16="http://schemas.microsoft.com/office/drawing/2014/main" id="{ABA2FDDE-2C50-F1B9-D31B-951C20876A92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 flipH="1">
            <a:off x="2644256" y="5432219"/>
            <a:ext cx="497073" cy="527039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CuadroTexto 94">
            <a:extLst>
              <a:ext uri="{FF2B5EF4-FFF2-40B4-BE49-F238E27FC236}">
                <a16:creationId xmlns:a16="http://schemas.microsoft.com/office/drawing/2014/main" id="{0D6E2F90-E2D7-385B-9C28-CF4ECA38B657}"/>
              </a:ext>
            </a:extLst>
          </p:cNvPr>
          <p:cNvSpPr txBox="1"/>
          <p:nvPr/>
        </p:nvSpPr>
        <p:spPr>
          <a:xfrm>
            <a:off x="1218176" y="5457983"/>
            <a:ext cx="9321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L"/>
            </a:defPPr>
            <a:lvl1pPr>
              <a:defRPr sz="20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sz="1600" dirty="0">
                <a:sym typeface="Cambria"/>
              </a:rPr>
              <a:t>Kotlin</a:t>
            </a:r>
            <a:endParaRPr lang="es-CL" sz="1600" dirty="0"/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D07CDEE8-C53C-DA51-6400-12C1EF0C4B67}"/>
              </a:ext>
            </a:extLst>
          </p:cNvPr>
          <p:cNvSpPr txBox="1"/>
          <p:nvPr/>
        </p:nvSpPr>
        <p:spPr>
          <a:xfrm>
            <a:off x="3103354" y="4940682"/>
            <a:ext cx="8433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Xcode</a:t>
            </a:r>
            <a:endParaRPr lang="es-CL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9" name="CuadroTexto 98">
            <a:extLst>
              <a:ext uri="{FF2B5EF4-FFF2-40B4-BE49-F238E27FC236}">
                <a16:creationId xmlns:a16="http://schemas.microsoft.com/office/drawing/2014/main" id="{62B6351E-0881-F01A-C7B2-63C1A8C44D36}"/>
              </a:ext>
            </a:extLst>
          </p:cNvPr>
          <p:cNvSpPr txBox="1"/>
          <p:nvPr/>
        </p:nvSpPr>
        <p:spPr>
          <a:xfrm>
            <a:off x="3103354" y="5526461"/>
            <a:ext cx="1772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latin typeface="Cambria" panose="02040503050406030204" pitchFamily="18" charset="0"/>
                <a:ea typeface="Cambria" panose="02040503050406030204" pitchFamily="18" charset="0"/>
              </a:rPr>
              <a:t>Android</a:t>
            </a:r>
            <a:r>
              <a:rPr lang="es-CL" sz="1600" dirty="0"/>
              <a:t> </a:t>
            </a:r>
            <a:r>
              <a:rPr lang="es-CL" sz="1600" dirty="0">
                <a:latin typeface="Cambria" panose="02040503050406030204" pitchFamily="18" charset="0"/>
                <a:ea typeface="Cambria" panose="02040503050406030204" pitchFamily="18" charset="0"/>
              </a:rPr>
              <a:t>Studio</a:t>
            </a:r>
          </a:p>
        </p:txBody>
      </p: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EDE7108E-1A09-7876-6979-92CB74DB5B73}"/>
              </a:ext>
            </a:extLst>
          </p:cNvPr>
          <p:cNvSpPr txBox="1"/>
          <p:nvPr/>
        </p:nvSpPr>
        <p:spPr>
          <a:xfrm>
            <a:off x="5181826" y="4852006"/>
            <a:ext cx="1221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Supabase</a:t>
            </a:r>
            <a:endParaRPr lang="es-CL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556460E7-D1D3-F060-07CC-0CC26089807F}"/>
              </a:ext>
            </a:extLst>
          </p:cNvPr>
          <p:cNvSpPr txBox="1"/>
          <p:nvPr/>
        </p:nvSpPr>
        <p:spPr>
          <a:xfrm>
            <a:off x="5263800" y="5476267"/>
            <a:ext cx="1968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latin typeface="Cambria" panose="02040503050406030204" pitchFamily="18" charset="0"/>
                <a:ea typeface="Cambria" panose="02040503050406030204" pitchFamily="18" charset="0"/>
              </a:rPr>
              <a:t>Google Books API</a:t>
            </a: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85F6FE85-5BC0-147C-BF67-0079C57E04E0}"/>
              </a:ext>
            </a:extLst>
          </p:cNvPr>
          <p:cNvSpPr txBox="1"/>
          <p:nvPr/>
        </p:nvSpPr>
        <p:spPr>
          <a:xfrm>
            <a:off x="7742024" y="5088262"/>
            <a:ext cx="4988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600" dirty="0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</a:p>
        </p:txBody>
      </p:sp>
      <p:pic>
        <p:nvPicPr>
          <p:cNvPr id="104" name="Imagen 103" descr="niño y niña están gestionando ideas tecnológicas. 7017310 Vector en Vecteezy">
            <a:extLst>
              <a:ext uri="{FF2B5EF4-FFF2-40B4-BE49-F238E27FC236}">
                <a16:creationId xmlns:a16="http://schemas.microsoft.com/office/drawing/2014/main" id="{018D9D0F-8CA4-27CD-DF33-384E0213944F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r="9487" b="41709"/>
          <a:stretch>
            <a:fillRect/>
          </a:stretch>
        </p:blipFill>
        <p:spPr>
          <a:xfrm>
            <a:off x="8458821" y="4516425"/>
            <a:ext cx="3426727" cy="17568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9" name="CuadroTexto 108">
            <a:extLst>
              <a:ext uri="{FF2B5EF4-FFF2-40B4-BE49-F238E27FC236}">
                <a16:creationId xmlns:a16="http://schemas.microsoft.com/office/drawing/2014/main" id="{96322E35-4543-5546-FCCD-7EA3C3ADB486}"/>
              </a:ext>
            </a:extLst>
          </p:cNvPr>
          <p:cNvSpPr txBox="1"/>
          <p:nvPr/>
        </p:nvSpPr>
        <p:spPr>
          <a:xfrm>
            <a:off x="772495" y="3870997"/>
            <a:ext cx="59914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+mj-cs"/>
                <a:sym typeface="Cambria"/>
              </a:rPr>
              <a:t>Tecnologías</a:t>
            </a: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sym typeface="Cambria"/>
              </a:rPr>
              <a:t> </a:t>
            </a:r>
            <a:endParaRPr lang="es-CL" sz="24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498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B6D01-06E7-D1C1-6B23-369E63129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/mnt/data/hilo_pptx_unzipped/ppt/media/image1.png">
            <a:extLst>
              <a:ext uri="{FF2B5EF4-FFF2-40B4-BE49-F238E27FC236}">
                <a16:creationId xmlns:a16="http://schemas.microsoft.com/office/drawing/2014/main" id="{FEC660B3-03DB-31A2-E6C9-28122D4F8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381190"/>
            <a:ext cx="1676400" cy="3714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0797497-3314-021B-7F19-AB5E3AE85B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72598"/>
            <a:ext cx="9144000" cy="560133"/>
          </a:xfrm>
        </p:spPr>
        <p:txBody>
          <a:bodyPr>
            <a:normAutofit/>
          </a:bodyPr>
          <a:lstStyle/>
          <a:p>
            <a:pPr algn="l"/>
            <a:r>
              <a:rPr lang="es-CL" sz="3200" b="1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Buscar y agregar libro a biblioteca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2144D50A-DA4E-196F-1135-F762017C2C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3381"/>
            <a:ext cx="12192000" cy="575752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4216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E153B-E7A2-7EB8-4D28-F63755AD1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/mnt/data/hilo_pptx_unzipped/ppt/media/image1.png">
            <a:extLst>
              <a:ext uri="{FF2B5EF4-FFF2-40B4-BE49-F238E27FC236}">
                <a16:creationId xmlns:a16="http://schemas.microsoft.com/office/drawing/2014/main" id="{5F9A7AF6-142E-D496-F745-BCA8DB578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381190"/>
            <a:ext cx="1676400" cy="3714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90AB44B-2F70-B99A-218F-43A428BD2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81190"/>
            <a:ext cx="9144000" cy="560133"/>
          </a:xfrm>
        </p:spPr>
        <p:txBody>
          <a:bodyPr>
            <a:normAutofit/>
          </a:bodyPr>
          <a:lstStyle/>
          <a:p>
            <a:pPr algn="l"/>
            <a:r>
              <a:rPr lang="es-CL" sz="3200" b="1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Gestionar seguimiento de lectura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F024DE8-DCB5-1476-752A-F638BE7D82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32551"/>
            <a:ext cx="12192000" cy="66698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5265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A5904-FDC0-BB06-EC79-E9B25417C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/mnt/data/hilo_pptx_unzipped/ppt/media/image1.png">
            <a:extLst>
              <a:ext uri="{FF2B5EF4-FFF2-40B4-BE49-F238E27FC236}">
                <a16:creationId xmlns:a16="http://schemas.microsoft.com/office/drawing/2014/main" id="{2FA5E73B-B75A-C975-EC91-1AC165A11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381190"/>
            <a:ext cx="1676400" cy="3714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256285D-BB24-362B-A909-D2C4B6FF6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72598"/>
            <a:ext cx="9144000" cy="560133"/>
          </a:xfrm>
        </p:spPr>
        <p:txBody>
          <a:bodyPr>
            <a:normAutofit/>
          </a:bodyPr>
          <a:lstStyle/>
          <a:p>
            <a:pPr algn="l"/>
            <a:r>
              <a:rPr lang="es-CL" sz="3200" b="1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Gestionar citas de lectura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C75FC0-E2A1-CD2D-C46E-EB10A56554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7736"/>
            <a:ext cx="12192000" cy="50790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0928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0B907-ACF8-1E9B-5DA0-C8D3A8951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/mnt/data/hilo_pptx_unzipped/ppt/media/image1.png">
            <a:extLst>
              <a:ext uri="{FF2B5EF4-FFF2-40B4-BE49-F238E27FC236}">
                <a16:creationId xmlns:a16="http://schemas.microsoft.com/office/drawing/2014/main" id="{C4162BC4-8F7E-9D9B-DD3F-5F2DE0E74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381190"/>
            <a:ext cx="1676400" cy="3714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5C8811-70E5-887E-5D47-41414BD71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72598"/>
            <a:ext cx="9144000" cy="560133"/>
          </a:xfrm>
        </p:spPr>
        <p:txBody>
          <a:bodyPr>
            <a:normAutofit/>
          </a:bodyPr>
          <a:lstStyle/>
          <a:p>
            <a:pPr algn="l"/>
            <a:r>
              <a:rPr lang="es-CL" sz="3200" b="1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Modelo Entidad Relación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C820A792-CCFF-772F-FB8D-B31D9477A2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8178" y="1127060"/>
            <a:ext cx="9647231" cy="56544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92651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23F38C-547F-4033-7D9F-473D93381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B23A9D1-628D-DE21-C193-F1082DED78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768" y="729153"/>
            <a:ext cx="9822260" cy="664365"/>
          </a:xfrm>
        </p:spPr>
        <p:txBody>
          <a:bodyPr>
            <a:normAutofit fontScale="90000"/>
          </a:bodyPr>
          <a:lstStyle/>
          <a:p>
            <a:pPr algn="l"/>
            <a:r>
              <a:rPr lang="es-CL" sz="3200" b="1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Diagramas de arquitectura y decisiones arquitectónicas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08465FE-4241-3FC3-45FE-57F59CD4C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9" t="9060" r="8502" b="4571"/>
          <a:stretch>
            <a:fillRect/>
          </a:stretch>
        </p:blipFill>
        <p:spPr>
          <a:xfrm>
            <a:off x="281950" y="2122671"/>
            <a:ext cx="5703901" cy="335988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D8EA772-5A9A-5150-322F-94252AA5BB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57" t="1511" r="7007" b="3734"/>
          <a:stretch>
            <a:fillRect/>
          </a:stretch>
        </p:blipFill>
        <p:spPr>
          <a:xfrm>
            <a:off x="6487444" y="1708374"/>
            <a:ext cx="5422606" cy="44204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4" name="Imagen 3" descr="/mnt/data/hilo_pptx_unzipped/ppt/media/image1.png">
            <a:extLst>
              <a:ext uri="{FF2B5EF4-FFF2-40B4-BE49-F238E27FC236}">
                <a16:creationId xmlns:a16="http://schemas.microsoft.com/office/drawing/2014/main" id="{D4A41700-8B1E-1104-35CB-F33B6D1C2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81190"/>
            <a:ext cx="1676400" cy="371475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35D9C680-767E-C103-920B-C919C1895CD6}"/>
              </a:ext>
            </a:extLst>
          </p:cNvPr>
          <p:cNvSpPr txBox="1"/>
          <p:nvPr/>
        </p:nvSpPr>
        <p:spPr>
          <a:xfrm>
            <a:off x="2307265" y="5654827"/>
            <a:ext cx="1653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b="1" i="1" dirty="0">
                <a:latin typeface="Cambria" panose="02040503050406030204" pitchFamily="18" charset="0"/>
                <a:ea typeface="Cambria" panose="02040503050406030204" pitchFamily="18" charset="0"/>
              </a:rPr>
              <a:t>Diagrama general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3CB331C-7CB2-BEC9-D49A-7AACA40E36C3}"/>
              </a:ext>
            </a:extLst>
          </p:cNvPr>
          <p:cNvSpPr txBox="1"/>
          <p:nvPr/>
        </p:nvSpPr>
        <p:spPr>
          <a:xfrm>
            <a:off x="8004101" y="6128847"/>
            <a:ext cx="36513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1400" b="1" i="1" dirty="0">
                <a:latin typeface="Cambria" panose="02040503050406030204" pitchFamily="18" charset="0"/>
                <a:ea typeface="Cambria" panose="02040503050406030204" pitchFamily="18" charset="0"/>
              </a:rPr>
              <a:t>Diagrama de componentes</a:t>
            </a:r>
          </a:p>
        </p:txBody>
      </p:sp>
    </p:spTree>
    <p:extLst>
      <p:ext uri="{BB962C8B-B14F-4D97-AF65-F5344CB8AC3E}">
        <p14:creationId xmlns:p14="http://schemas.microsoft.com/office/powerpoint/2010/main" val="1098620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5DB0BE-66E4-B4AD-692C-4C1A7297A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/mnt/data/hilo_pptx_unzipped/ppt/media/image1.png">
            <a:extLst>
              <a:ext uri="{FF2B5EF4-FFF2-40B4-BE49-F238E27FC236}">
                <a16:creationId xmlns:a16="http://schemas.microsoft.com/office/drawing/2014/main" id="{8286495A-478C-1688-A383-625FA7D4B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381190"/>
            <a:ext cx="1676400" cy="3714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35BFF6A-C3B6-DA80-7CFC-AD17E8759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365125"/>
            <a:ext cx="11090274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b="1" kern="1200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Requerimientos</a:t>
            </a:r>
            <a:r>
              <a:rPr lang="en-US" sz="4000" b="1" kern="1200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no </a:t>
            </a:r>
            <a:r>
              <a:rPr lang="en-US" sz="4000" b="1" kern="1200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funcionales</a:t>
            </a:r>
            <a:endParaRPr lang="en-US" sz="4000" b="1" kern="1200" dirty="0">
              <a:solidFill>
                <a:schemeClr val="accent6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95" name="CuadroTexto 5">
            <a:extLst>
              <a:ext uri="{FF2B5EF4-FFF2-40B4-BE49-F238E27FC236}">
                <a16:creationId xmlns:a16="http://schemas.microsoft.com/office/drawing/2014/main" id="{16906639-D679-9BF5-403A-28FABC3CE1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1156603"/>
              </p:ext>
            </p:extLst>
          </p:nvPr>
        </p:nvGraphicFramePr>
        <p:xfrm>
          <a:off x="547687" y="1793358"/>
          <a:ext cx="11093450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45556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0B314D-3A35-ACCB-EEBC-832F989C7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80DF40B2-80F7-4E71-B46C-284163F3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B5CF71-DCFB-51D8-163C-F93E34D49D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2893" y="548464"/>
            <a:ext cx="4092493" cy="22280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b="1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Funcionalidades</a:t>
            </a:r>
            <a:endParaRPr lang="en-US" sz="4000" b="1" dirty="0">
              <a:solidFill>
                <a:schemeClr val="accent6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286E16F-8557-9D4C-5022-A7C08B40EC89}"/>
              </a:ext>
            </a:extLst>
          </p:cNvPr>
          <p:cNvSpPr txBox="1"/>
          <p:nvPr/>
        </p:nvSpPr>
        <p:spPr>
          <a:xfrm>
            <a:off x="838201" y="2962279"/>
            <a:ext cx="3799425" cy="3143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Formulario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de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registro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Inicio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de </a:t>
            </a: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sesión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A8974EB-EDCB-1A1D-201A-E31025E9A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9" r="5292"/>
          <a:stretch>
            <a:fillRect/>
          </a:stretch>
        </p:blipFill>
        <p:spPr>
          <a:xfrm>
            <a:off x="5010386" y="10"/>
            <a:ext cx="7181613" cy="6857990"/>
          </a:xfrm>
          <a:prstGeom prst="rect">
            <a:avLst/>
          </a:prstGeom>
          <a:effectLst/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C748140-B0B8-61B4-8FEE-37C600C5D9B1}"/>
              </a:ext>
            </a:extLst>
          </p:cNvPr>
          <p:cNvSpPr txBox="1"/>
          <p:nvPr/>
        </p:nvSpPr>
        <p:spPr>
          <a:xfrm>
            <a:off x="1828800" y="2025133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latin typeface="Cambria" panose="02040503050406030204" pitchFamily="18" charset="0"/>
                <a:ea typeface="Cambria" panose="02040503050406030204" pitchFamily="18" charset="0"/>
              </a:rPr>
              <a:t>Sprint 1</a:t>
            </a:r>
          </a:p>
        </p:txBody>
      </p:sp>
    </p:spTree>
    <p:extLst>
      <p:ext uri="{BB962C8B-B14F-4D97-AF65-F5344CB8AC3E}">
        <p14:creationId xmlns:p14="http://schemas.microsoft.com/office/powerpoint/2010/main" val="3547687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D4A75F-18A7-F94C-6660-1169B93E9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3C210E6-A35A-4F68-8D60-801A019C7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01BD463-24BC-5C32-CA3F-9CC5233E1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57" b="4457"/>
          <a:stretch/>
        </p:blipFill>
        <p:spPr>
          <a:xfrm>
            <a:off x="313638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029D713-B1A2-6FCF-AD2B-E467C4B305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57" b="2857"/>
          <a:stretch/>
        </p:blipFill>
        <p:spPr>
          <a:xfrm>
            <a:off x="7381690" y="3456433"/>
            <a:ext cx="4810310" cy="3401568"/>
          </a:xfrm>
          <a:custGeom>
            <a:avLst/>
            <a:gdLst/>
            <a:ahLst/>
            <a:cxnLst/>
            <a:rect l="l" t="t" r="r" b="b"/>
            <a:pathLst>
              <a:path w="4810310" h="3401568">
                <a:moveTo>
                  <a:pt x="781270" y="0"/>
                </a:moveTo>
                <a:lnTo>
                  <a:pt x="4810310" y="0"/>
                </a:lnTo>
                <a:lnTo>
                  <a:pt x="4810310" y="3401568"/>
                </a:lnTo>
                <a:lnTo>
                  <a:pt x="0" y="3401568"/>
                </a:lnTo>
                <a:lnTo>
                  <a:pt x="1963" y="3397912"/>
                </a:lnTo>
                <a:cubicBezTo>
                  <a:pt x="454182" y="2512619"/>
                  <a:pt x="736170" y="1430108"/>
                  <a:pt x="776876" y="254399"/>
                </a:cubicBezTo>
                <a:close/>
              </a:path>
            </a:pathLst>
          </a:cu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48DC68E-9646-B2AE-44A3-4EB8B7A5D1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7921"/>
          <a:stretch>
            <a:fillRect/>
          </a:stretch>
        </p:blipFill>
        <p:spPr>
          <a:xfrm>
            <a:off x="3189428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</p:spPr>
      </p:pic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AC0D06B0-F19C-459E-B221-A34B506FB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8" name="Freeform: Shape 37">
            <a:extLst>
              <a:ext uri="{FF2B5EF4-FFF2-40B4-BE49-F238E27FC236}">
                <a16:creationId xmlns:a16="http://schemas.microsoft.com/office/drawing/2014/main" id="{345B26DA-1C6B-4C66-81C9-9C1877FC2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03AF84-5FC6-1CB0-FCD4-6106541458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685800"/>
            <a:ext cx="3050056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800" b="1" kern="1200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Funcionalidades</a:t>
            </a:r>
            <a:endParaRPr lang="en-US" sz="2800" b="1" kern="1200" dirty="0">
              <a:solidFill>
                <a:schemeClr val="accent6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8DE6C44-43F8-4DE4-AB81-66853FFEA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05840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409529B-9B56-4F10-BE4D-F934DB89E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EE8FC0F-4465-8C32-D860-6341E30640FB}"/>
              </a:ext>
            </a:extLst>
          </p:cNvPr>
          <p:cNvSpPr txBox="1"/>
          <p:nvPr/>
        </p:nvSpPr>
        <p:spPr>
          <a:xfrm>
            <a:off x="448056" y="2258568"/>
            <a:ext cx="2807208" cy="3922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Gestión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de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perfil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Cierre de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sesión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E49C8860-B9DD-7FD2-10C8-8C8120B0BF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34" b="2634"/>
          <a:stretch/>
        </p:blipFill>
        <p:spPr>
          <a:xfrm>
            <a:off x="7393031" y="54874"/>
            <a:ext cx="4787628" cy="3401558"/>
          </a:xfrm>
          <a:custGeom>
            <a:avLst/>
            <a:gdLst/>
            <a:ahLst/>
            <a:cxnLst/>
            <a:rect l="l" t="t" r="r" b="b"/>
            <a:pathLst>
              <a:path w="4787628" h="3401568">
                <a:moveTo>
                  <a:pt x="0" y="0"/>
                </a:moveTo>
                <a:lnTo>
                  <a:pt x="4787628" y="0"/>
                </a:lnTo>
                <a:lnTo>
                  <a:pt x="4787628" y="3401568"/>
                </a:lnTo>
                <a:lnTo>
                  <a:pt x="762748" y="3401568"/>
                </a:lnTo>
                <a:lnTo>
                  <a:pt x="751436" y="2963954"/>
                </a:lnTo>
                <a:cubicBezTo>
                  <a:pt x="698408" y="1942163"/>
                  <a:pt x="463174" y="995044"/>
                  <a:pt x="93264" y="192283"/>
                </a:cubicBezTo>
                <a:close/>
              </a:path>
            </a:pathLst>
          </a:cu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39D1A897-390B-85C0-7835-83D17AA709B4}"/>
              </a:ext>
            </a:extLst>
          </p:cNvPr>
          <p:cNvSpPr txBox="1"/>
          <p:nvPr/>
        </p:nvSpPr>
        <p:spPr>
          <a:xfrm>
            <a:off x="1365785" y="1566674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latin typeface="Cambria" panose="02040503050406030204" pitchFamily="18" charset="0"/>
                <a:ea typeface="Cambria" panose="02040503050406030204" pitchFamily="18" charset="0"/>
              </a:rPr>
              <a:t>Sprint 1</a:t>
            </a:r>
          </a:p>
        </p:txBody>
      </p:sp>
    </p:spTree>
    <p:extLst>
      <p:ext uri="{BB962C8B-B14F-4D97-AF65-F5344CB8AC3E}">
        <p14:creationId xmlns:p14="http://schemas.microsoft.com/office/powerpoint/2010/main" val="206083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93437C-D9F1-6DC1-0D46-B1453C22F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B3F59054-3394-4D87-8BD0-A28DCD47F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4232A0C-8CCE-867C-5CED-B707705586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6" r="32347"/>
          <a:stretch>
            <a:fillRect/>
          </a:stretch>
        </p:blipFill>
        <p:spPr>
          <a:xfrm>
            <a:off x="7381653" y="10"/>
            <a:ext cx="4810347" cy="6857990"/>
          </a:xfrm>
          <a:custGeom>
            <a:avLst/>
            <a:gdLst/>
            <a:ahLst/>
            <a:cxnLst/>
            <a:rect l="l" t="t" r="r" b="b"/>
            <a:pathLst>
              <a:path w="4817171" h="6858000">
                <a:moveTo>
                  <a:pt x="22751" y="0"/>
                </a:moveTo>
                <a:lnTo>
                  <a:pt x="4817171" y="0"/>
                </a:lnTo>
                <a:lnTo>
                  <a:pt x="4817171" y="6858000"/>
                </a:lnTo>
                <a:lnTo>
                  <a:pt x="0" y="6858000"/>
                </a:lnTo>
                <a:lnTo>
                  <a:pt x="6679" y="6845555"/>
                </a:lnTo>
                <a:cubicBezTo>
                  <a:pt x="496584" y="5886487"/>
                  <a:pt x="786702" y="4695963"/>
                  <a:pt x="786702" y="3406233"/>
                </a:cubicBezTo>
                <a:cubicBezTo>
                  <a:pt x="786702" y="2215714"/>
                  <a:pt x="539501" y="1109724"/>
                  <a:pt x="116147" y="192283"/>
                </a:cubicBezTo>
                <a:close/>
              </a:path>
            </a:pathLst>
          </a:cu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5D2C759F-E8E8-3A47-2761-0E567B50A8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57" b="4457"/>
          <a:stretch/>
        </p:blipFill>
        <p:spPr>
          <a:xfrm>
            <a:off x="313638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3D8E5C9-10C9-7E07-0CB1-1A8C58D5BB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60" b="3960"/>
          <a:stretch/>
        </p:blipFill>
        <p:spPr>
          <a:xfrm>
            <a:off x="3136389" y="3456422"/>
            <a:ext cx="4979304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</p:spPr>
      </p:pic>
      <p:sp useBgFill="1">
        <p:nvSpPr>
          <p:cNvPr id="49" name="Freeform: Shape 48">
            <a:extLst>
              <a:ext uri="{FF2B5EF4-FFF2-40B4-BE49-F238E27FC236}">
                <a16:creationId xmlns:a16="http://schemas.microsoft.com/office/drawing/2014/main" id="{2FE0ABA9-CAF1-4816-837D-5F28AAA08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51" name="Freeform: Shape 50">
            <a:extLst>
              <a:ext uri="{FF2B5EF4-FFF2-40B4-BE49-F238E27FC236}">
                <a16:creationId xmlns:a16="http://schemas.microsoft.com/office/drawing/2014/main" id="{BC8B9C14-70F0-4F42-85FF-0DD3D5A58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17EF64-0DFB-D0A5-E68B-F1F319611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685800"/>
            <a:ext cx="297562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800" b="1" kern="1200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Funcionalidades</a:t>
            </a:r>
            <a:endParaRPr lang="en-US" sz="2800" b="1" kern="1200" dirty="0">
              <a:solidFill>
                <a:schemeClr val="accent6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8DE6C44-43F8-4DE4-AB81-66853FFEA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0685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409529B-9B56-4F10-BE4D-F934DB89E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CE8599B-B848-1D37-E0BB-FA61DDB7ABAA}"/>
              </a:ext>
            </a:extLst>
          </p:cNvPr>
          <p:cNvSpPr txBox="1"/>
          <p:nvPr/>
        </p:nvSpPr>
        <p:spPr>
          <a:xfrm>
            <a:off x="448056" y="2258568"/>
            <a:ext cx="2807208" cy="3922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Búsqueda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y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detalle</a:t>
            </a:r>
            <a:r>
              <a:rPr lang="en-US" sz="1700" dirty="0">
                <a:latin typeface="Cambria" panose="02040503050406030204" pitchFamily="18" charset="0"/>
                <a:ea typeface="Cambria" panose="02040503050406030204" pitchFamily="18" charset="0"/>
              </a:rPr>
              <a:t> del </a:t>
            </a:r>
            <a:r>
              <a:rPr lang="en-US" sz="1700" dirty="0" err="1">
                <a:latin typeface="Cambria" panose="02040503050406030204" pitchFamily="18" charset="0"/>
                <a:ea typeface="Cambria" panose="02040503050406030204" pitchFamily="18" charset="0"/>
              </a:rPr>
              <a:t>libro</a:t>
            </a: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FC34009-0D2A-EB86-E879-4C44D893E23F}"/>
              </a:ext>
            </a:extLst>
          </p:cNvPr>
          <p:cNvSpPr txBox="1"/>
          <p:nvPr/>
        </p:nvSpPr>
        <p:spPr>
          <a:xfrm>
            <a:off x="1330409" y="1629401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latin typeface="Cambria" panose="02040503050406030204" pitchFamily="18" charset="0"/>
                <a:ea typeface="Cambria" panose="02040503050406030204" pitchFamily="18" charset="0"/>
              </a:rPr>
              <a:t>Sprint 2</a:t>
            </a:r>
          </a:p>
        </p:txBody>
      </p:sp>
    </p:spTree>
    <p:extLst>
      <p:ext uri="{BB962C8B-B14F-4D97-AF65-F5344CB8AC3E}">
        <p14:creationId xmlns:p14="http://schemas.microsoft.com/office/powerpoint/2010/main" val="444617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217C77-274E-BF2B-23B0-A25320CE5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4E4AD8-73F4-7F93-3003-FB7A43259B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1684" y="170412"/>
            <a:ext cx="10178934" cy="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kern="1200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Funcionalidades</a:t>
            </a:r>
            <a:endParaRPr lang="en-US" sz="4000" b="1" kern="1200" dirty="0">
              <a:solidFill>
                <a:schemeClr val="accent6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8370E83-BB34-A822-8972-BC3054275BEB}"/>
              </a:ext>
            </a:extLst>
          </p:cNvPr>
          <p:cNvSpPr txBox="1"/>
          <p:nvPr/>
        </p:nvSpPr>
        <p:spPr>
          <a:xfrm>
            <a:off x="1001684" y="1776419"/>
            <a:ext cx="10178934" cy="557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Biblioteca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C3D3CA4-40C8-2C96-F0E5-0BC8EA3923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0616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D552786-28D0-715F-5140-1FFDC366B8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0616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908B4A2-41E0-F56C-D98F-08E78DDF81EA}"/>
              </a:ext>
            </a:extLst>
          </p:cNvPr>
          <p:cNvSpPr txBox="1"/>
          <p:nvPr/>
        </p:nvSpPr>
        <p:spPr>
          <a:xfrm>
            <a:off x="5575625" y="1099408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latin typeface="Cambria" panose="02040503050406030204" pitchFamily="18" charset="0"/>
                <a:ea typeface="Cambria" panose="02040503050406030204" pitchFamily="18" charset="0"/>
              </a:rPr>
              <a:t>Sprint 2</a:t>
            </a:r>
          </a:p>
        </p:txBody>
      </p:sp>
    </p:spTree>
    <p:extLst>
      <p:ext uri="{BB962C8B-B14F-4D97-AF65-F5344CB8AC3E}">
        <p14:creationId xmlns:p14="http://schemas.microsoft.com/office/powerpoint/2010/main" val="3346111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2DB41E-E2B0-EC5F-291A-05302DE40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7BBD5B30-C741-4E67-AFD8-17917090AB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19A3559-806F-76C3-1C3D-D04464FB7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34" r="26627"/>
          <a:stretch>
            <a:fillRect/>
          </a:stretch>
        </p:blipFill>
        <p:spPr>
          <a:xfrm>
            <a:off x="7817583" y="10"/>
            <a:ext cx="4374417" cy="6857990"/>
          </a:xfrm>
          <a:custGeom>
            <a:avLst/>
            <a:gdLst/>
            <a:ahLst/>
            <a:cxnLst/>
            <a:rect l="l" t="t" r="r" b="b"/>
            <a:pathLst>
              <a:path w="4374417" h="6858000">
                <a:moveTo>
                  <a:pt x="22719" y="0"/>
                </a:moveTo>
                <a:lnTo>
                  <a:pt x="4374417" y="0"/>
                </a:lnTo>
                <a:lnTo>
                  <a:pt x="4374417" y="6858000"/>
                </a:lnTo>
                <a:lnTo>
                  <a:pt x="0" y="6858000"/>
                </a:lnTo>
                <a:lnTo>
                  <a:pt x="6670" y="6845555"/>
                </a:lnTo>
                <a:cubicBezTo>
                  <a:pt x="495881" y="5886487"/>
                  <a:pt x="785588" y="4695963"/>
                  <a:pt x="785588" y="3406233"/>
                </a:cubicBezTo>
                <a:cubicBezTo>
                  <a:pt x="785588" y="2215714"/>
                  <a:pt x="538737" y="1109724"/>
                  <a:pt x="115983" y="192283"/>
                </a:cubicBezTo>
                <a:close/>
              </a:path>
            </a:pathLst>
          </a:cu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3B1C839-0843-08C2-B993-0F77B27D6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7" r="-2" b="3126"/>
          <a:stretch>
            <a:fillRect/>
          </a:stretch>
        </p:blipFill>
        <p:spPr>
          <a:xfrm>
            <a:off x="357231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F3D8B1F-BF71-67CC-72E1-0166F57E9A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7921"/>
          <a:stretch>
            <a:fillRect/>
          </a:stretch>
        </p:blipFill>
        <p:spPr>
          <a:xfrm>
            <a:off x="3625358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</p:spPr>
      </p:pic>
      <p:sp useBgFill="1">
        <p:nvSpPr>
          <p:cNvPr id="67" name="Freeform: Shape 66">
            <a:extLst>
              <a:ext uri="{FF2B5EF4-FFF2-40B4-BE49-F238E27FC236}">
                <a16:creationId xmlns:a16="http://schemas.microsoft.com/office/drawing/2014/main" id="{189BBEAA-BB93-4878-8C95-3C8AADE2E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97136" cy="6858000"/>
          </a:xfrm>
          <a:custGeom>
            <a:avLst/>
            <a:gdLst>
              <a:gd name="connsiteX0" fmla="*/ 0 w 4397136"/>
              <a:gd name="connsiteY0" fmla="*/ 0 h 6858000"/>
              <a:gd name="connsiteX1" fmla="*/ 3599069 w 4397136"/>
              <a:gd name="connsiteY1" fmla="*/ 0 h 6858000"/>
              <a:gd name="connsiteX2" fmla="*/ 3634072 w 4397136"/>
              <a:gd name="connsiteY2" fmla="*/ 58977 h 6858000"/>
              <a:gd name="connsiteX3" fmla="*/ 4397136 w 4397136"/>
              <a:gd name="connsiteY3" fmla="*/ 3474189 h 6858000"/>
              <a:gd name="connsiteX4" fmla="*/ 3802221 w 4397136"/>
              <a:gd name="connsiteY4" fmla="*/ 6546415 h 6858000"/>
              <a:gd name="connsiteX5" fmla="*/ 3649466 w 4397136"/>
              <a:gd name="connsiteY5" fmla="*/ 6858000 h 6858000"/>
              <a:gd name="connsiteX6" fmla="*/ 0 w 439713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7136" h="6858000">
                <a:moveTo>
                  <a:pt x="0" y="0"/>
                </a:moveTo>
                <a:lnTo>
                  <a:pt x="3599069" y="0"/>
                </a:lnTo>
                <a:lnTo>
                  <a:pt x="3634072" y="58977"/>
                </a:lnTo>
                <a:cubicBezTo>
                  <a:pt x="4105532" y="933006"/>
                  <a:pt x="4397136" y="2140466"/>
                  <a:pt x="4397136" y="3474189"/>
                </a:cubicBezTo>
                <a:cubicBezTo>
                  <a:pt x="4397136" y="4641197"/>
                  <a:pt x="4173877" y="5711534"/>
                  <a:pt x="3802221" y="6546415"/>
                </a:cubicBezTo>
                <a:lnTo>
                  <a:pt x="3649466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69" name="Freeform: Shape 68">
            <a:extLst>
              <a:ext uri="{FF2B5EF4-FFF2-40B4-BE49-F238E27FC236}">
                <a16:creationId xmlns:a16="http://schemas.microsoft.com/office/drawing/2014/main" id="{D529C0C6-AAEB-4982-A9E6-BC6A8B2AEF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86504" cy="6858000"/>
          </a:xfrm>
          <a:custGeom>
            <a:avLst/>
            <a:gdLst>
              <a:gd name="connsiteX0" fmla="*/ 0 w 4386504"/>
              <a:gd name="connsiteY0" fmla="*/ 0 h 6858000"/>
              <a:gd name="connsiteX1" fmla="*/ 3588437 w 4386504"/>
              <a:gd name="connsiteY1" fmla="*/ 0 h 6858000"/>
              <a:gd name="connsiteX2" fmla="*/ 3623440 w 4386504"/>
              <a:gd name="connsiteY2" fmla="*/ 58977 h 6858000"/>
              <a:gd name="connsiteX3" fmla="*/ 4386504 w 4386504"/>
              <a:gd name="connsiteY3" fmla="*/ 3474189 h 6858000"/>
              <a:gd name="connsiteX4" fmla="*/ 3791589 w 4386504"/>
              <a:gd name="connsiteY4" fmla="*/ 6546415 h 6858000"/>
              <a:gd name="connsiteX5" fmla="*/ 3638834 w 4386504"/>
              <a:gd name="connsiteY5" fmla="*/ 6858000 h 6858000"/>
              <a:gd name="connsiteX6" fmla="*/ 0 w 438650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6504" h="6858000">
                <a:moveTo>
                  <a:pt x="0" y="0"/>
                </a:moveTo>
                <a:lnTo>
                  <a:pt x="3588437" y="0"/>
                </a:lnTo>
                <a:lnTo>
                  <a:pt x="3623440" y="58977"/>
                </a:lnTo>
                <a:cubicBezTo>
                  <a:pt x="4094900" y="933006"/>
                  <a:pt x="4386504" y="2140466"/>
                  <a:pt x="4386504" y="3474189"/>
                </a:cubicBezTo>
                <a:cubicBezTo>
                  <a:pt x="4386504" y="4641197"/>
                  <a:pt x="4163245" y="5711534"/>
                  <a:pt x="3791589" y="6546415"/>
                </a:cubicBezTo>
                <a:lnTo>
                  <a:pt x="363883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F9BD9A-160D-7C29-ADDA-D241EA0A71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7" y="2692909"/>
            <a:ext cx="3558930" cy="130301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400" b="1" kern="1200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Funcionalidades</a:t>
            </a:r>
            <a:endParaRPr lang="en-US" sz="3400" b="1" kern="1200" dirty="0">
              <a:solidFill>
                <a:schemeClr val="accent6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2CEE433-A9E6-B97B-3CEB-E1392A908648}"/>
              </a:ext>
            </a:extLst>
          </p:cNvPr>
          <p:cNvSpPr txBox="1"/>
          <p:nvPr/>
        </p:nvSpPr>
        <p:spPr>
          <a:xfrm>
            <a:off x="438912" y="4773168"/>
            <a:ext cx="3429000" cy="1335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100" kern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Seguimiento</a:t>
            </a:r>
            <a:r>
              <a:rPr lang="en-US" sz="21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</a:t>
            </a:r>
            <a:r>
              <a:rPr lang="en-US" sz="21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lectura</a:t>
            </a:r>
            <a:endParaRPr lang="en-US" sz="21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80D36F24-5EC0-4A09-9836-6580E1D4B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67989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C0B334E-66E0-442A-8306-19629EC2D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4544568"/>
            <a:ext cx="341496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F5C13A5-C309-7B23-B5A4-F73D0DB5E8AF}"/>
              </a:ext>
            </a:extLst>
          </p:cNvPr>
          <p:cNvSpPr txBox="1"/>
          <p:nvPr/>
        </p:nvSpPr>
        <p:spPr>
          <a:xfrm>
            <a:off x="1630869" y="4023360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latin typeface="Cambria" panose="02040503050406030204" pitchFamily="18" charset="0"/>
                <a:ea typeface="Cambria" panose="02040503050406030204" pitchFamily="18" charset="0"/>
              </a:rPr>
              <a:t>Sprint 3</a:t>
            </a:r>
          </a:p>
        </p:txBody>
      </p:sp>
    </p:spTree>
    <p:extLst>
      <p:ext uri="{BB962C8B-B14F-4D97-AF65-F5344CB8AC3E}">
        <p14:creationId xmlns:p14="http://schemas.microsoft.com/office/powerpoint/2010/main" val="901550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489B76-9C96-A4A2-8A89-CFF92B531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7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773D22E-B215-5D37-E74E-D82322865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1684" y="170412"/>
            <a:ext cx="10178934" cy="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b="1" kern="1200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Funcionalidades</a:t>
            </a:r>
            <a:endParaRPr lang="en-US" sz="5200" b="1" kern="1200" dirty="0">
              <a:solidFill>
                <a:schemeClr val="accent6">
                  <a:lumMod val="5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E831D96-5DB4-BDB0-43C2-2C0827B954EC}"/>
              </a:ext>
            </a:extLst>
          </p:cNvPr>
          <p:cNvSpPr txBox="1"/>
          <p:nvPr/>
        </p:nvSpPr>
        <p:spPr>
          <a:xfrm>
            <a:off x="1001684" y="1670857"/>
            <a:ext cx="10178934" cy="557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 algn="ctr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kern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Gestión</a:t>
            </a:r>
            <a:r>
              <a:rPr lang="en-US" sz="2400" kern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de </a:t>
            </a:r>
            <a:r>
              <a:rPr lang="en-US" sz="2400" kern="1200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citas</a:t>
            </a:r>
            <a:endParaRPr lang="en-US" sz="24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319E8F5-FB3B-5DAC-D551-6698419192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0616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7246C8D-21D4-579A-EF1C-63ED40C0D1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0616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160565CB-302A-B549-EBD9-5D47BDAE7181}"/>
              </a:ext>
            </a:extLst>
          </p:cNvPr>
          <p:cNvSpPr txBox="1"/>
          <p:nvPr/>
        </p:nvSpPr>
        <p:spPr>
          <a:xfrm>
            <a:off x="5575625" y="1099408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b="1" dirty="0">
                <a:latin typeface="Cambria" panose="02040503050406030204" pitchFamily="18" charset="0"/>
                <a:ea typeface="Cambria" panose="02040503050406030204" pitchFamily="18" charset="0"/>
              </a:rPr>
              <a:t>Sprint 4</a:t>
            </a:r>
          </a:p>
        </p:txBody>
      </p:sp>
    </p:spTree>
    <p:extLst>
      <p:ext uri="{BB962C8B-B14F-4D97-AF65-F5344CB8AC3E}">
        <p14:creationId xmlns:p14="http://schemas.microsoft.com/office/powerpoint/2010/main" val="1149194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BCDBFB-F0D3-2AD0-FA95-358DEA8CE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/mnt/data/hilo_pptx_unzipped/ppt/media/image1.png">
            <a:extLst>
              <a:ext uri="{FF2B5EF4-FFF2-40B4-BE49-F238E27FC236}">
                <a16:creationId xmlns:a16="http://schemas.microsoft.com/office/drawing/2014/main" id="{EC05FF57-AF06-CCB9-4E3D-E99E1F7BC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381190"/>
            <a:ext cx="1676400" cy="3714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496C0B7-2A1E-CC6D-42DD-6A9A6EFA9E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365125"/>
            <a:ext cx="11090274" cy="8717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b="1" kern="1200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Próximos</a:t>
            </a:r>
            <a:r>
              <a:rPr lang="en-US" sz="4000" b="1" kern="1200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pasos</a:t>
            </a: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3F25FA7-7A6E-B9FA-7B31-597EA30315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5040666"/>
              </p:ext>
            </p:extLst>
          </p:nvPr>
        </p:nvGraphicFramePr>
        <p:xfrm>
          <a:off x="550863" y="1956559"/>
          <a:ext cx="2769410" cy="30939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22C7E47C-D900-8483-8CB6-CBEB276A39E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8032"/>
          <a:stretch>
            <a:fillRect/>
          </a:stretch>
        </p:blipFill>
        <p:spPr>
          <a:xfrm>
            <a:off x="3470502" y="1408335"/>
            <a:ext cx="7926516" cy="4641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073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DAE7F8-8D90-3BF2-B8B0-717C74744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/mnt/data/hilo_pptx_unzipped/ppt/media/image1.png">
            <a:extLst>
              <a:ext uri="{FF2B5EF4-FFF2-40B4-BE49-F238E27FC236}">
                <a16:creationId xmlns:a16="http://schemas.microsoft.com/office/drawing/2014/main" id="{A7283C0B-4B9B-0E88-1B94-F104425DF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381190"/>
            <a:ext cx="1676400" cy="37147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6665E9A-5CA0-807B-6F08-415CF6AF0C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2524" y="1821054"/>
            <a:ext cx="4286951" cy="8717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b="1" kern="1200" dirty="0" err="1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Muchas</a:t>
            </a:r>
            <a:r>
              <a:rPr lang="en-US" sz="4000" b="1" kern="1200" dirty="0">
                <a:solidFill>
                  <a:schemeClr val="accent6">
                    <a:lumMod val="5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gracias!</a:t>
            </a:r>
          </a:p>
        </p:txBody>
      </p:sp>
      <p:pic>
        <p:nvPicPr>
          <p:cNvPr id="4" name="Google Shape;267;p11">
            <a:extLst>
              <a:ext uri="{FF2B5EF4-FFF2-40B4-BE49-F238E27FC236}">
                <a16:creationId xmlns:a16="http://schemas.microsoft.com/office/drawing/2014/main" id="{D3A992CA-6649-7DFC-2A42-6BA3DC464A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2064" y="2692755"/>
            <a:ext cx="3240024" cy="32400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4475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264</Words>
  <Application>Microsoft Office PowerPoint</Application>
  <PresentationFormat>Panorámica</PresentationFormat>
  <Paragraphs>78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Cambria</vt:lpstr>
      <vt:lpstr>Tema de Office</vt:lpstr>
      <vt:lpstr>Hilo</vt:lpstr>
      <vt:lpstr>Problema detectado</vt:lpstr>
      <vt:lpstr>Presentación de PowerPoint</vt:lpstr>
      <vt:lpstr>Buscar y agregar libro a biblioteca</vt:lpstr>
      <vt:lpstr>Gestionar seguimiento de lectura</vt:lpstr>
      <vt:lpstr>Gestionar citas de lectura</vt:lpstr>
      <vt:lpstr>Modelo Entidad Relación</vt:lpstr>
      <vt:lpstr>Diagramas de arquitectura y decisiones arquitectónicas</vt:lpstr>
      <vt:lpstr>Requerimientos no funcionales</vt:lpstr>
      <vt:lpstr>Funcionalidades</vt:lpstr>
      <vt:lpstr>Funcionalidades</vt:lpstr>
      <vt:lpstr>Funcionalidades</vt:lpstr>
      <vt:lpstr>Funcionalidades</vt:lpstr>
      <vt:lpstr>Funcionalidades</vt:lpstr>
      <vt:lpstr>Funcionalidades</vt:lpstr>
      <vt:lpstr>Próximos pasos</vt:lpstr>
      <vt:lpstr>Muchas 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DAYANA . HOYOS RIASCOS</dc:creator>
  <cp:lastModifiedBy>DAYANA . HOYOS RIASCOS</cp:lastModifiedBy>
  <cp:revision>6</cp:revision>
  <dcterms:created xsi:type="dcterms:W3CDTF">2026-10-04T15:47:05Z</dcterms:created>
  <dcterms:modified xsi:type="dcterms:W3CDTF">2026-10-04T22:17:30Z</dcterms:modified>
</cp:coreProperties>
</file>